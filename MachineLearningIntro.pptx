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73" r:id="rId4"/>
    <p:sldId id="265" r:id="rId5"/>
    <p:sldId id="266" r:id="rId6"/>
    <p:sldId id="268" r:id="rId7"/>
    <p:sldId id="269" r:id="rId8"/>
    <p:sldId id="281" r:id="rId9"/>
    <p:sldId id="284" r:id="rId10"/>
    <p:sldId id="285" r:id="rId11"/>
    <p:sldId id="283" r:id="rId12"/>
    <p:sldId id="270" r:id="rId13"/>
    <p:sldId id="275" r:id="rId14"/>
    <p:sldId id="276" r:id="rId15"/>
    <p:sldId id="277" r:id="rId16"/>
    <p:sldId id="278" r:id="rId17"/>
    <p:sldId id="28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D04000-ACA4-4C7B-A3AC-702EAC17CE8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AE0561-3FA6-4102-860B-FB61F467C1B0}">
      <dgm:prSet phldrT="[Text]" custT="1"/>
      <dgm:spPr/>
      <dgm:t>
        <a:bodyPr/>
        <a:lstStyle/>
        <a:p>
          <a:r>
            <a:rPr lang="en-US" sz="1400" b="1" dirty="0"/>
            <a:t>Artificial Intelligence</a:t>
          </a:r>
        </a:p>
      </dgm:t>
    </dgm:pt>
    <dgm:pt modelId="{6D970FBC-5146-46A1-AC32-ADD759775648}" type="parTrans" cxnId="{D3552110-7C58-4645-BE8A-DBA38155A3F7}">
      <dgm:prSet/>
      <dgm:spPr/>
      <dgm:t>
        <a:bodyPr/>
        <a:lstStyle/>
        <a:p>
          <a:endParaRPr lang="en-US"/>
        </a:p>
      </dgm:t>
    </dgm:pt>
    <dgm:pt modelId="{07B9EB18-4D7E-46A2-82AE-B2AD9AB72D68}" type="sibTrans" cxnId="{D3552110-7C58-4645-BE8A-DBA38155A3F7}">
      <dgm:prSet/>
      <dgm:spPr/>
      <dgm:t>
        <a:bodyPr/>
        <a:lstStyle/>
        <a:p>
          <a:endParaRPr lang="en-US"/>
        </a:p>
      </dgm:t>
    </dgm:pt>
    <dgm:pt modelId="{4478D1F5-5511-4D83-850F-669E0522A3FE}">
      <dgm:prSet phldrT="[Text]" custT="1"/>
      <dgm:spPr/>
      <dgm:t>
        <a:bodyPr/>
        <a:lstStyle/>
        <a:p>
          <a:r>
            <a:rPr lang="en-US" sz="1400" b="1" dirty="0"/>
            <a:t>Machine Learning	</a:t>
          </a:r>
        </a:p>
      </dgm:t>
    </dgm:pt>
    <dgm:pt modelId="{EA28FE76-8855-44B8-978A-D69849DFC57C}" type="parTrans" cxnId="{457E2703-7588-439A-B951-38675F80D9BD}">
      <dgm:prSet/>
      <dgm:spPr/>
      <dgm:t>
        <a:bodyPr/>
        <a:lstStyle/>
        <a:p>
          <a:endParaRPr lang="en-US" sz="1400"/>
        </a:p>
      </dgm:t>
    </dgm:pt>
    <dgm:pt modelId="{593C0838-F686-4D18-B919-67AAAAB93AFF}" type="sibTrans" cxnId="{457E2703-7588-439A-B951-38675F80D9BD}">
      <dgm:prSet/>
      <dgm:spPr/>
      <dgm:t>
        <a:bodyPr/>
        <a:lstStyle/>
        <a:p>
          <a:endParaRPr lang="en-US"/>
        </a:p>
      </dgm:t>
    </dgm:pt>
    <dgm:pt modelId="{5BA7078F-2833-4C23-9F59-288920D5DD91}">
      <dgm:prSet phldrT="[Text]" custT="1"/>
      <dgm:spPr/>
      <dgm:t>
        <a:bodyPr/>
        <a:lstStyle/>
        <a:p>
          <a:r>
            <a:rPr lang="en-US" sz="1400" b="1" dirty="0"/>
            <a:t>Robotics</a:t>
          </a:r>
        </a:p>
      </dgm:t>
    </dgm:pt>
    <dgm:pt modelId="{A95B67D0-52CA-4841-9B21-CC9A17AA88BE}" type="parTrans" cxnId="{1F95E29E-AD1B-406E-B536-89D5BCF64EE6}">
      <dgm:prSet/>
      <dgm:spPr/>
      <dgm:t>
        <a:bodyPr/>
        <a:lstStyle/>
        <a:p>
          <a:endParaRPr lang="en-US" sz="1400"/>
        </a:p>
      </dgm:t>
    </dgm:pt>
    <dgm:pt modelId="{DF0057D7-6900-4CCC-97A9-96AE2A0EBC44}" type="sibTrans" cxnId="{1F95E29E-AD1B-406E-B536-89D5BCF64EE6}">
      <dgm:prSet/>
      <dgm:spPr/>
      <dgm:t>
        <a:bodyPr/>
        <a:lstStyle/>
        <a:p>
          <a:endParaRPr lang="en-US"/>
        </a:p>
      </dgm:t>
    </dgm:pt>
    <dgm:pt modelId="{7BA53A8F-DAD0-4AA1-9845-3D8026BD6729}">
      <dgm:prSet phldrT="[Text]" custT="1"/>
      <dgm:spPr/>
      <dgm:t>
        <a:bodyPr/>
        <a:lstStyle/>
        <a:p>
          <a:r>
            <a:rPr lang="en-US" sz="1400" b="1" dirty="0"/>
            <a:t>Natural Language Processing (NLP)</a:t>
          </a:r>
        </a:p>
      </dgm:t>
    </dgm:pt>
    <dgm:pt modelId="{0AE7F03B-A4BA-4E78-8DD1-84544290478D}" type="parTrans" cxnId="{9DC83AC4-EC96-4ECF-B721-6E7981AD0BB3}">
      <dgm:prSet/>
      <dgm:spPr/>
      <dgm:t>
        <a:bodyPr/>
        <a:lstStyle/>
        <a:p>
          <a:endParaRPr lang="en-US" sz="1400"/>
        </a:p>
      </dgm:t>
    </dgm:pt>
    <dgm:pt modelId="{CF1F87C7-DBA3-41E5-ADAB-D36B9599571A}" type="sibTrans" cxnId="{9DC83AC4-EC96-4ECF-B721-6E7981AD0BB3}">
      <dgm:prSet/>
      <dgm:spPr/>
      <dgm:t>
        <a:bodyPr/>
        <a:lstStyle/>
        <a:p>
          <a:endParaRPr lang="en-US"/>
        </a:p>
      </dgm:t>
    </dgm:pt>
    <dgm:pt modelId="{EF075CB1-F554-4E63-8D09-A672664738F3}">
      <dgm:prSet phldrT="[Text]" custT="1"/>
      <dgm:spPr/>
      <dgm:t>
        <a:bodyPr/>
        <a:lstStyle/>
        <a:p>
          <a:r>
            <a:rPr lang="en-US" sz="1400" b="1" dirty="0"/>
            <a:t>Computer Vision/Sensory Data Understanding</a:t>
          </a:r>
        </a:p>
      </dgm:t>
    </dgm:pt>
    <dgm:pt modelId="{41526616-07EF-4471-9045-242D5B7ADC65}" type="parTrans" cxnId="{61F5E249-1B03-4AAB-BC6A-C31DC63DF7E1}">
      <dgm:prSet/>
      <dgm:spPr/>
      <dgm:t>
        <a:bodyPr/>
        <a:lstStyle/>
        <a:p>
          <a:endParaRPr lang="en-US" sz="1400"/>
        </a:p>
      </dgm:t>
    </dgm:pt>
    <dgm:pt modelId="{F59F88F3-3A9D-485A-B953-679F818E53FB}" type="sibTrans" cxnId="{61F5E249-1B03-4AAB-BC6A-C31DC63DF7E1}">
      <dgm:prSet/>
      <dgm:spPr/>
      <dgm:t>
        <a:bodyPr/>
        <a:lstStyle/>
        <a:p>
          <a:endParaRPr lang="en-US"/>
        </a:p>
      </dgm:t>
    </dgm:pt>
    <dgm:pt modelId="{8E3C3CB9-0B2E-4B12-ADE9-775F2F0993A8}" type="pres">
      <dgm:prSet presAssocID="{F9D04000-ACA4-4C7B-A3AC-702EAC17CE8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FAEB0E5-663B-4712-A1C5-F7969B67D2BB}" type="pres">
      <dgm:prSet presAssocID="{D8AE0561-3FA6-4102-860B-FB61F467C1B0}" presName="hierRoot1" presStyleCnt="0">
        <dgm:presLayoutVars>
          <dgm:hierBranch val="init"/>
        </dgm:presLayoutVars>
      </dgm:prSet>
      <dgm:spPr/>
    </dgm:pt>
    <dgm:pt modelId="{554CE53B-091F-4008-86A6-8F5642057C10}" type="pres">
      <dgm:prSet presAssocID="{D8AE0561-3FA6-4102-860B-FB61F467C1B0}" presName="rootComposite1" presStyleCnt="0"/>
      <dgm:spPr/>
    </dgm:pt>
    <dgm:pt modelId="{C3CC41F4-A2B4-44B6-B637-6E81CE344AFD}" type="pres">
      <dgm:prSet presAssocID="{D8AE0561-3FA6-4102-860B-FB61F467C1B0}" presName="rootText1" presStyleLbl="node0" presStyleIdx="0" presStyleCnt="1">
        <dgm:presLayoutVars>
          <dgm:chPref val="3"/>
        </dgm:presLayoutVars>
      </dgm:prSet>
      <dgm:spPr/>
    </dgm:pt>
    <dgm:pt modelId="{08DFC3F4-0333-43BF-B615-58B9C5A3396F}" type="pres">
      <dgm:prSet presAssocID="{D8AE0561-3FA6-4102-860B-FB61F467C1B0}" presName="rootConnector1" presStyleLbl="node1" presStyleIdx="0" presStyleCnt="0"/>
      <dgm:spPr/>
    </dgm:pt>
    <dgm:pt modelId="{5871D25B-03B5-4C78-8BCD-A3DC24E0818F}" type="pres">
      <dgm:prSet presAssocID="{D8AE0561-3FA6-4102-860B-FB61F467C1B0}" presName="hierChild2" presStyleCnt="0"/>
      <dgm:spPr/>
    </dgm:pt>
    <dgm:pt modelId="{13D73026-405B-4478-8942-D19150E367EB}" type="pres">
      <dgm:prSet presAssocID="{EA28FE76-8855-44B8-978A-D69849DFC57C}" presName="Name37" presStyleLbl="parChTrans1D2" presStyleIdx="0" presStyleCnt="4"/>
      <dgm:spPr/>
    </dgm:pt>
    <dgm:pt modelId="{DDD385CB-B68A-4855-97BA-1BD78055F5E5}" type="pres">
      <dgm:prSet presAssocID="{4478D1F5-5511-4D83-850F-669E0522A3FE}" presName="hierRoot2" presStyleCnt="0">
        <dgm:presLayoutVars>
          <dgm:hierBranch val="init"/>
        </dgm:presLayoutVars>
      </dgm:prSet>
      <dgm:spPr/>
    </dgm:pt>
    <dgm:pt modelId="{A3B8A097-4986-4B16-ADB4-5B482115E199}" type="pres">
      <dgm:prSet presAssocID="{4478D1F5-5511-4D83-850F-669E0522A3FE}" presName="rootComposite" presStyleCnt="0"/>
      <dgm:spPr/>
    </dgm:pt>
    <dgm:pt modelId="{E028C273-76C1-4AD9-9515-10D9A19E72B9}" type="pres">
      <dgm:prSet presAssocID="{4478D1F5-5511-4D83-850F-669E0522A3FE}" presName="rootText" presStyleLbl="node2" presStyleIdx="0" presStyleCnt="4" custScaleX="106994" custScaleY="119062">
        <dgm:presLayoutVars>
          <dgm:chPref val="3"/>
        </dgm:presLayoutVars>
      </dgm:prSet>
      <dgm:spPr/>
    </dgm:pt>
    <dgm:pt modelId="{55CDCBBD-9303-4DA2-8C99-88C1336B10A4}" type="pres">
      <dgm:prSet presAssocID="{4478D1F5-5511-4D83-850F-669E0522A3FE}" presName="rootConnector" presStyleLbl="node2" presStyleIdx="0" presStyleCnt="4"/>
      <dgm:spPr/>
    </dgm:pt>
    <dgm:pt modelId="{DE771F08-0AE6-41F5-BC23-104FEC83F61D}" type="pres">
      <dgm:prSet presAssocID="{4478D1F5-5511-4D83-850F-669E0522A3FE}" presName="hierChild4" presStyleCnt="0"/>
      <dgm:spPr/>
    </dgm:pt>
    <dgm:pt modelId="{9A7E0C3F-ACBD-42A5-9547-8B4CCB557BBC}" type="pres">
      <dgm:prSet presAssocID="{4478D1F5-5511-4D83-850F-669E0522A3FE}" presName="hierChild5" presStyleCnt="0"/>
      <dgm:spPr/>
    </dgm:pt>
    <dgm:pt modelId="{A5AF7ED2-2DB7-41D0-87A2-3EB8DD4D7D27}" type="pres">
      <dgm:prSet presAssocID="{A95B67D0-52CA-4841-9B21-CC9A17AA88BE}" presName="Name37" presStyleLbl="parChTrans1D2" presStyleIdx="1" presStyleCnt="4"/>
      <dgm:spPr/>
    </dgm:pt>
    <dgm:pt modelId="{13374F36-29EA-4E96-B25D-9824C8E38C80}" type="pres">
      <dgm:prSet presAssocID="{5BA7078F-2833-4C23-9F59-288920D5DD91}" presName="hierRoot2" presStyleCnt="0">
        <dgm:presLayoutVars>
          <dgm:hierBranch val="init"/>
        </dgm:presLayoutVars>
      </dgm:prSet>
      <dgm:spPr/>
    </dgm:pt>
    <dgm:pt modelId="{E006FF98-B3D8-4142-B1A4-85D4DD5C33BF}" type="pres">
      <dgm:prSet presAssocID="{5BA7078F-2833-4C23-9F59-288920D5DD91}" presName="rootComposite" presStyleCnt="0"/>
      <dgm:spPr/>
    </dgm:pt>
    <dgm:pt modelId="{F91D5DBD-135B-40BB-A0AD-C66A4888D1C0}" type="pres">
      <dgm:prSet presAssocID="{5BA7078F-2833-4C23-9F59-288920D5DD91}" presName="rootText" presStyleLbl="node2" presStyleIdx="1" presStyleCnt="4" custScaleX="102286" custScaleY="115050">
        <dgm:presLayoutVars>
          <dgm:chPref val="3"/>
        </dgm:presLayoutVars>
      </dgm:prSet>
      <dgm:spPr/>
    </dgm:pt>
    <dgm:pt modelId="{1377B872-5F0A-4329-961F-68B880F0DC39}" type="pres">
      <dgm:prSet presAssocID="{5BA7078F-2833-4C23-9F59-288920D5DD91}" presName="rootConnector" presStyleLbl="node2" presStyleIdx="1" presStyleCnt="4"/>
      <dgm:spPr/>
    </dgm:pt>
    <dgm:pt modelId="{4E00CAA6-FFD6-4CA9-BFF4-2B2A9E6A6212}" type="pres">
      <dgm:prSet presAssocID="{5BA7078F-2833-4C23-9F59-288920D5DD91}" presName="hierChild4" presStyleCnt="0"/>
      <dgm:spPr/>
    </dgm:pt>
    <dgm:pt modelId="{5449EE6E-9037-4FE4-959C-EE4D856BF13A}" type="pres">
      <dgm:prSet presAssocID="{5BA7078F-2833-4C23-9F59-288920D5DD91}" presName="hierChild5" presStyleCnt="0"/>
      <dgm:spPr/>
    </dgm:pt>
    <dgm:pt modelId="{0504F6FC-F789-4B9D-89AF-C2B82ACCEC83}" type="pres">
      <dgm:prSet presAssocID="{0AE7F03B-A4BA-4E78-8DD1-84544290478D}" presName="Name37" presStyleLbl="parChTrans1D2" presStyleIdx="2" presStyleCnt="4"/>
      <dgm:spPr/>
    </dgm:pt>
    <dgm:pt modelId="{36B04715-C18D-4989-BE21-AAFDCCCC9835}" type="pres">
      <dgm:prSet presAssocID="{7BA53A8F-DAD0-4AA1-9845-3D8026BD6729}" presName="hierRoot2" presStyleCnt="0">
        <dgm:presLayoutVars>
          <dgm:hierBranch val="init"/>
        </dgm:presLayoutVars>
      </dgm:prSet>
      <dgm:spPr/>
    </dgm:pt>
    <dgm:pt modelId="{15B2101B-6D06-4B34-B7B9-33D310CFC812}" type="pres">
      <dgm:prSet presAssocID="{7BA53A8F-DAD0-4AA1-9845-3D8026BD6729}" presName="rootComposite" presStyleCnt="0"/>
      <dgm:spPr/>
    </dgm:pt>
    <dgm:pt modelId="{A53A1D54-7109-4711-9081-5BD10443F063}" type="pres">
      <dgm:prSet presAssocID="{7BA53A8F-DAD0-4AA1-9845-3D8026BD6729}" presName="rootText" presStyleLbl="node2" presStyleIdx="2" presStyleCnt="4" custScaleX="107370" custScaleY="125834">
        <dgm:presLayoutVars>
          <dgm:chPref val="3"/>
        </dgm:presLayoutVars>
      </dgm:prSet>
      <dgm:spPr/>
    </dgm:pt>
    <dgm:pt modelId="{758238DD-6BE6-454E-B686-21D933471540}" type="pres">
      <dgm:prSet presAssocID="{7BA53A8F-DAD0-4AA1-9845-3D8026BD6729}" presName="rootConnector" presStyleLbl="node2" presStyleIdx="2" presStyleCnt="4"/>
      <dgm:spPr/>
    </dgm:pt>
    <dgm:pt modelId="{3C09FE4C-B68C-41FA-8FFD-63B5E522027C}" type="pres">
      <dgm:prSet presAssocID="{7BA53A8F-DAD0-4AA1-9845-3D8026BD6729}" presName="hierChild4" presStyleCnt="0"/>
      <dgm:spPr/>
    </dgm:pt>
    <dgm:pt modelId="{14A1E550-1C17-42AC-AB7F-E8278A55E274}" type="pres">
      <dgm:prSet presAssocID="{7BA53A8F-DAD0-4AA1-9845-3D8026BD6729}" presName="hierChild5" presStyleCnt="0"/>
      <dgm:spPr/>
    </dgm:pt>
    <dgm:pt modelId="{61BA37A5-D20F-40CA-A935-561F2AE51861}" type="pres">
      <dgm:prSet presAssocID="{41526616-07EF-4471-9045-242D5B7ADC65}" presName="Name37" presStyleLbl="parChTrans1D2" presStyleIdx="3" presStyleCnt="4"/>
      <dgm:spPr/>
    </dgm:pt>
    <dgm:pt modelId="{EAF1BB04-D4C3-4587-95FE-4E821A33075C}" type="pres">
      <dgm:prSet presAssocID="{EF075CB1-F554-4E63-8D09-A672664738F3}" presName="hierRoot2" presStyleCnt="0">
        <dgm:presLayoutVars>
          <dgm:hierBranch val="init"/>
        </dgm:presLayoutVars>
      </dgm:prSet>
      <dgm:spPr/>
    </dgm:pt>
    <dgm:pt modelId="{6459BF14-67AE-4C6A-94D4-C189A4052DCE}" type="pres">
      <dgm:prSet presAssocID="{EF075CB1-F554-4E63-8D09-A672664738F3}" presName="rootComposite" presStyleCnt="0"/>
      <dgm:spPr/>
    </dgm:pt>
    <dgm:pt modelId="{37E7DCD5-3B9E-4C3D-B935-937D56DFE9E5}" type="pres">
      <dgm:prSet presAssocID="{EF075CB1-F554-4E63-8D09-A672664738F3}" presName="rootText" presStyleLbl="node2" presStyleIdx="3" presStyleCnt="4" custScaleX="112836" custScaleY="130076">
        <dgm:presLayoutVars>
          <dgm:chPref val="3"/>
        </dgm:presLayoutVars>
      </dgm:prSet>
      <dgm:spPr/>
    </dgm:pt>
    <dgm:pt modelId="{D5EE0C63-394D-418D-8C51-B603AD6C4B25}" type="pres">
      <dgm:prSet presAssocID="{EF075CB1-F554-4E63-8D09-A672664738F3}" presName="rootConnector" presStyleLbl="node2" presStyleIdx="3" presStyleCnt="4"/>
      <dgm:spPr/>
    </dgm:pt>
    <dgm:pt modelId="{7D5FB0D0-E120-4FB7-926D-8B9655555B8A}" type="pres">
      <dgm:prSet presAssocID="{EF075CB1-F554-4E63-8D09-A672664738F3}" presName="hierChild4" presStyleCnt="0"/>
      <dgm:spPr/>
    </dgm:pt>
    <dgm:pt modelId="{DC24EB58-6F42-4261-950B-79B2FC84947F}" type="pres">
      <dgm:prSet presAssocID="{EF075CB1-F554-4E63-8D09-A672664738F3}" presName="hierChild5" presStyleCnt="0"/>
      <dgm:spPr/>
    </dgm:pt>
    <dgm:pt modelId="{207B4E37-185D-43F0-A0F2-25AB14251646}" type="pres">
      <dgm:prSet presAssocID="{D8AE0561-3FA6-4102-860B-FB61F467C1B0}" presName="hierChild3" presStyleCnt="0"/>
      <dgm:spPr/>
    </dgm:pt>
  </dgm:ptLst>
  <dgm:cxnLst>
    <dgm:cxn modelId="{457E2703-7588-439A-B951-38675F80D9BD}" srcId="{D8AE0561-3FA6-4102-860B-FB61F467C1B0}" destId="{4478D1F5-5511-4D83-850F-669E0522A3FE}" srcOrd="0" destOrd="0" parTransId="{EA28FE76-8855-44B8-978A-D69849DFC57C}" sibTransId="{593C0838-F686-4D18-B919-67AAAAB93AFF}"/>
    <dgm:cxn modelId="{D3552110-7C58-4645-BE8A-DBA38155A3F7}" srcId="{F9D04000-ACA4-4C7B-A3AC-702EAC17CE82}" destId="{D8AE0561-3FA6-4102-860B-FB61F467C1B0}" srcOrd="0" destOrd="0" parTransId="{6D970FBC-5146-46A1-AC32-ADD759775648}" sibTransId="{07B9EB18-4D7E-46A2-82AE-B2AD9AB72D68}"/>
    <dgm:cxn modelId="{EBEF7E1B-3EBF-4D40-B74C-E42F38AF406B}" type="presOf" srcId="{EA28FE76-8855-44B8-978A-D69849DFC57C}" destId="{13D73026-405B-4478-8942-D19150E367EB}" srcOrd="0" destOrd="0" presId="urn:microsoft.com/office/officeart/2005/8/layout/orgChart1"/>
    <dgm:cxn modelId="{94005420-E9ED-4680-B9FE-E7294D994F7E}" type="presOf" srcId="{5BA7078F-2833-4C23-9F59-288920D5DD91}" destId="{F91D5DBD-135B-40BB-A0AD-C66A4888D1C0}" srcOrd="0" destOrd="0" presId="urn:microsoft.com/office/officeart/2005/8/layout/orgChart1"/>
    <dgm:cxn modelId="{67A55E2D-898A-46C5-9749-3695F2364665}" type="presOf" srcId="{D8AE0561-3FA6-4102-860B-FB61F467C1B0}" destId="{08DFC3F4-0333-43BF-B615-58B9C5A3396F}" srcOrd="1" destOrd="0" presId="urn:microsoft.com/office/officeart/2005/8/layout/orgChart1"/>
    <dgm:cxn modelId="{738DF441-0CCF-4D3B-B283-CD19086EFE8D}" type="presOf" srcId="{7BA53A8F-DAD0-4AA1-9845-3D8026BD6729}" destId="{758238DD-6BE6-454E-B686-21D933471540}" srcOrd="1" destOrd="0" presId="urn:microsoft.com/office/officeart/2005/8/layout/orgChart1"/>
    <dgm:cxn modelId="{61F5E249-1B03-4AAB-BC6A-C31DC63DF7E1}" srcId="{D8AE0561-3FA6-4102-860B-FB61F467C1B0}" destId="{EF075CB1-F554-4E63-8D09-A672664738F3}" srcOrd="3" destOrd="0" parTransId="{41526616-07EF-4471-9045-242D5B7ADC65}" sibTransId="{F59F88F3-3A9D-485A-B953-679F818E53FB}"/>
    <dgm:cxn modelId="{66D5A84F-6D2C-445C-BA19-44811C59FFC4}" type="presOf" srcId="{EF075CB1-F554-4E63-8D09-A672664738F3}" destId="{D5EE0C63-394D-418D-8C51-B603AD6C4B25}" srcOrd="1" destOrd="0" presId="urn:microsoft.com/office/officeart/2005/8/layout/orgChart1"/>
    <dgm:cxn modelId="{A2FB5B7D-05FA-42DA-87CD-E8314C5550A5}" type="presOf" srcId="{4478D1F5-5511-4D83-850F-669E0522A3FE}" destId="{E028C273-76C1-4AD9-9515-10D9A19E72B9}" srcOrd="0" destOrd="0" presId="urn:microsoft.com/office/officeart/2005/8/layout/orgChart1"/>
    <dgm:cxn modelId="{FE58187E-1BEE-41A3-BD47-2988237020B4}" type="presOf" srcId="{EF075CB1-F554-4E63-8D09-A672664738F3}" destId="{37E7DCD5-3B9E-4C3D-B935-937D56DFE9E5}" srcOrd="0" destOrd="0" presId="urn:microsoft.com/office/officeart/2005/8/layout/orgChart1"/>
    <dgm:cxn modelId="{849A2A83-5E91-4F10-85B6-C7F36945E01B}" type="presOf" srcId="{F9D04000-ACA4-4C7B-A3AC-702EAC17CE82}" destId="{8E3C3CB9-0B2E-4B12-ADE9-775F2F0993A8}" srcOrd="0" destOrd="0" presId="urn:microsoft.com/office/officeart/2005/8/layout/orgChart1"/>
    <dgm:cxn modelId="{E26ED29C-B7FA-4965-BA68-57ABAC94F7EF}" type="presOf" srcId="{7BA53A8F-DAD0-4AA1-9845-3D8026BD6729}" destId="{A53A1D54-7109-4711-9081-5BD10443F063}" srcOrd="0" destOrd="0" presId="urn:microsoft.com/office/officeart/2005/8/layout/orgChart1"/>
    <dgm:cxn modelId="{1F95E29E-AD1B-406E-B536-89D5BCF64EE6}" srcId="{D8AE0561-3FA6-4102-860B-FB61F467C1B0}" destId="{5BA7078F-2833-4C23-9F59-288920D5DD91}" srcOrd="1" destOrd="0" parTransId="{A95B67D0-52CA-4841-9B21-CC9A17AA88BE}" sibTransId="{DF0057D7-6900-4CCC-97A9-96AE2A0EBC44}"/>
    <dgm:cxn modelId="{AC42A9A9-5A65-4AEF-8C09-C51F3FBAB680}" type="presOf" srcId="{4478D1F5-5511-4D83-850F-669E0522A3FE}" destId="{55CDCBBD-9303-4DA2-8C99-88C1336B10A4}" srcOrd="1" destOrd="0" presId="urn:microsoft.com/office/officeart/2005/8/layout/orgChart1"/>
    <dgm:cxn modelId="{D23D91B8-148A-4C23-A51E-4E212FBCE12D}" type="presOf" srcId="{A95B67D0-52CA-4841-9B21-CC9A17AA88BE}" destId="{A5AF7ED2-2DB7-41D0-87A2-3EB8DD4D7D27}" srcOrd="0" destOrd="0" presId="urn:microsoft.com/office/officeart/2005/8/layout/orgChart1"/>
    <dgm:cxn modelId="{9DC83AC4-EC96-4ECF-B721-6E7981AD0BB3}" srcId="{D8AE0561-3FA6-4102-860B-FB61F467C1B0}" destId="{7BA53A8F-DAD0-4AA1-9845-3D8026BD6729}" srcOrd="2" destOrd="0" parTransId="{0AE7F03B-A4BA-4E78-8DD1-84544290478D}" sibTransId="{CF1F87C7-DBA3-41E5-ADAB-D36B9599571A}"/>
    <dgm:cxn modelId="{97A254E1-F08D-431D-9F37-EACFCEC31742}" type="presOf" srcId="{0AE7F03B-A4BA-4E78-8DD1-84544290478D}" destId="{0504F6FC-F789-4B9D-89AF-C2B82ACCEC83}" srcOrd="0" destOrd="0" presId="urn:microsoft.com/office/officeart/2005/8/layout/orgChart1"/>
    <dgm:cxn modelId="{5CCD95E3-2C9F-458F-894C-82CBE08D05FC}" type="presOf" srcId="{5BA7078F-2833-4C23-9F59-288920D5DD91}" destId="{1377B872-5F0A-4329-961F-68B880F0DC39}" srcOrd="1" destOrd="0" presId="urn:microsoft.com/office/officeart/2005/8/layout/orgChart1"/>
    <dgm:cxn modelId="{10B725EE-3B60-4B0A-A1D9-7773081BC97F}" type="presOf" srcId="{D8AE0561-3FA6-4102-860B-FB61F467C1B0}" destId="{C3CC41F4-A2B4-44B6-B637-6E81CE344AFD}" srcOrd="0" destOrd="0" presId="urn:microsoft.com/office/officeart/2005/8/layout/orgChart1"/>
    <dgm:cxn modelId="{EC2925FD-71CB-4472-98E0-3280CA2B8D0D}" type="presOf" srcId="{41526616-07EF-4471-9045-242D5B7ADC65}" destId="{61BA37A5-D20F-40CA-A935-561F2AE51861}" srcOrd="0" destOrd="0" presId="urn:microsoft.com/office/officeart/2005/8/layout/orgChart1"/>
    <dgm:cxn modelId="{8E550F68-2353-404F-BAC0-0FC46E8C0C6B}" type="presParOf" srcId="{8E3C3CB9-0B2E-4B12-ADE9-775F2F0993A8}" destId="{9FAEB0E5-663B-4712-A1C5-F7969B67D2BB}" srcOrd="0" destOrd="0" presId="urn:microsoft.com/office/officeart/2005/8/layout/orgChart1"/>
    <dgm:cxn modelId="{03216AAF-62FF-4891-AF8C-16651FB7AAE5}" type="presParOf" srcId="{9FAEB0E5-663B-4712-A1C5-F7969B67D2BB}" destId="{554CE53B-091F-4008-86A6-8F5642057C10}" srcOrd="0" destOrd="0" presId="urn:microsoft.com/office/officeart/2005/8/layout/orgChart1"/>
    <dgm:cxn modelId="{EE65FC39-F595-45FD-9A12-C6A1AE41DDA6}" type="presParOf" srcId="{554CE53B-091F-4008-86A6-8F5642057C10}" destId="{C3CC41F4-A2B4-44B6-B637-6E81CE344AFD}" srcOrd="0" destOrd="0" presId="urn:microsoft.com/office/officeart/2005/8/layout/orgChart1"/>
    <dgm:cxn modelId="{BD429732-477D-45A4-9592-66E97F8DFA2B}" type="presParOf" srcId="{554CE53B-091F-4008-86A6-8F5642057C10}" destId="{08DFC3F4-0333-43BF-B615-58B9C5A3396F}" srcOrd="1" destOrd="0" presId="urn:microsoft.com/office/officeart/2005/8/layout/orgChart1"/>
    <dgm:cxn modelId="{D65F5D33-2D88-4D47-9C10-43B860115F10}" type="presParOf" srcId="{9FAEB0E5-663B-4712-A1C5-F7969B67D2BB}" destId="{5871D25B-03B5-4C78-8BCD-A3DC24E0818F}" srcOrd="1" destOrd="0" presId="urn:microsoft.com/office/officeart/2005/8/layout/orgChart1"/>
    <dgm:cxn modelId="{467D3F9A-7104-4243-95B1-ACF44D6AED71}" type="presParOf" srcId="{5871D25B-03B5-4C78-8BCD-A3DC24E0818F}" destId="{13D73026-405B-4478-8942-D19150E367EB}" srcOrd="0" destOrd="0" presId="urn:microsoft.com/office/officeart/2005/8/layout/orgChart1"/>
    <dgm:cxn modelId="{E4EB250F-F498-4C1C-BC3D-3BD9D2491F01}" type="presParOf" srcId="{5871D25B-03B5-4C78-8BCD-A3DC24E0818F}" destId="{DDD385CB-B68A-4855-97BA-1BD78055F5E5}" srcOrd="1" destOrd="0" presId="urn:microsoft.com/office/officeart/2005/8/layout/orgChart1"/>
    <dgm:cxn modelId="{474C1AA9-E1C0-4442-937F-96817A7020D2}" type="presParOf" srcId="{DDD385CB-B68A-4855-97BA-1BD78055F5E5}" destId="{A3B8A097-4986-4B16-ADB4-5B482115E199}" srcOrd="0" destOrd="0" presId="urn:microsoft.com/office/officeart/2005/8/layout/orgChart1"/>
    <dgm:cxn modelId="{535D4D55-2D80-4DFC-A4ED-87F5390CEB82}" type="presParOf" srcId="{A3B8A097-4986-4B16-ADB4-5B482115E199}" destId="{E028C273-76C1-4AD9-9515-10D9A19E72B9}" srcOrd="0" destOrd="0" presId="urn:microsoft.com/office/officeart/2005/8/layout/orgChart1"/>
    <dgm:cxn modelId="{24F496F1-7D4D-44A4-918B-934B4D8B7CCC}" type="presParOf" srcId="{A3B8A097-4986-4B16-ADB4-5B482115E199}" destId="{55CDCBBD-9303-4DA2-8C99-88C1336B10A4}" srcOrd="1" destOrd="0" presId="urn:microsoft.com/office/officeart/2005/8/layout/orgChart1"/>
    <dgm:cxn modelId="{4900A636-4B5B-41B6-A69B-0EB8F508D120}" type="presParOf" srcId="{DDD385CB-B68A-4855-97BA-1BD78055F5E5}" destId="{DE771F08-0AE6-41F5-BC23-104FEC83F61D}" srcOrd="1" destOrd="0" presId="urn:microsoft.com/office/officeart/2005/8/layout/orgChart1"/>
    <dgm:cxn modelId="{AD1C2771-6F59-4669-8E28-FB2C76FE4C8E}" type="presParOf" srcId="{DDD385CB-B68A-4855-97BA-1BD78055F5E5}" destId="{9A7E0C3F-ACBD-42A5-9547-8B4CCB557BBC}" srcOrd="2" destOrd="0" presId="urn:microsoft.com/office/officeart/2005/8/layout/orgChart1"/>
    <dgm:cxn modelId="{5ABE9584-E2F9-4753-8841-F37F29DF7597}" type="presParOf" srcId="{5871D25B-03B5-4C78-8BCD-A3DC24E0818F}" destId="{A5AF7ED2-2DB7-41D0-87A2-3EB8DD4D7D27}" srcOrd="2" destOrd="0" presId="urn:microsoft.com/office/officeart/2005/8/layout/orgChart1"/>
    <dgm:cxn modelId="{117D46FC-72D4-44FC-94EF-96CF391F53C4}" type="presParOf" srcId="{5871D25B-03B5-4C78-8BCD-A3DC24E0818F}" destId="{13374F36-29EA-4E96-B25D-9824C8E38C80}" srcOrd="3" destOrd="0" presId="urn:microsoft.com/office/officeart/2005/8/layout/orgChart1"/>
    <dgm:cxn modelId="{C45DF370-28F7-4619-B433-80E061D0B012}" type="presParOf" srcId="{13374F36-29EA-4E96-B25D-9824C8E38C80}" destId="{E006FF98-B3D8-4142-B1A4-85D4DD5C33BF}" srcOrd="0" destOrd="0" presId="urn:microsoft.com/office/officeart/2005/8/layout/orgChart1"/>
    <dgm:cxn modelId="{DCD76D26-CE19-4461-B061-89BEB2AE1B4F}" type="presParOf" srcId="{E006FF98-B3D8-4142-B1A4-85D4DD5C33BF}" destId="{F91D5DBD-135B-40BB-A0AD-C66A4888D1C0}" srcOrd="0" destOrd="0" presId="urn:microsoft.com/office/officeart/2005/8/layout/orgChart1"/>
    <dgm:cxn modelId="{C2FF28B2-4772-4E4E-8EF4-97CEF5C08FF7}" type="presParOf" srcId="{E006FF98-B3D8-4142-B1A4-85D4DD5C33BF}" destId="{1377B872-5F0A-4329-961F-68B880F0DC39}" srcOrd="1" destOrd="0" presId="urn:microsoft.com/office/officeart/2005/8/layout/orgChart1"/>
    <dgm:cxn modelId="{3222DA8F-1B82-4D22-822C-69E7E994C836}" type="presParOf" srcId="{13374F36-29EA-4E96-B25D-9824C8E38C80}" destId="{4E00CAA6-FFD6-4CA9-BFF4-2B2A9E6A6212}" srcOrd="1" destOrd="0" presId="urn:microsoft.com/office/officeart/2005/8/layout/orgChart1"/>
    <dgm:cxn modelId="{6AF731BA-A29C-4E4D-AED7-A014A8581050}" type="presParOf" srcId="{13374F36-29EA-4E96-B25D-9824C8E38C80}" destId="{5449EE6E-9037-4FE4-959C-EE4D856BF13A}" srcOrd="2" destOrd="0" presId="urn:microsoft.com/office/officeart/2005/8/layout/orgChart1"/>
    <dgm:cxn modelId="{EF5741F5-72DB-48AA-B1A1-9803C35B7484}" type="presParOf" srcId="{5871D25B-03B5-4C78-8BCD-A3DC24E0818F}" destId="{0504F6FC-F789-4B9D-89AF-C2B82ACCEC83}" srcOrd="4" destOrd="0" presId="urn:microsoft.com/office/officeart/2005/8/layout/orgChart1"/>
    <dgm:cxn modelId="{5B878977-47DD-4B59-B67F-AFA4FF83138B}" type="presParOf" srcId="{5871D25B-03B5-4C78-8BCD-A3DC24E0818F}" destId="{36B04715-C18D-4989-BE21-AAFDCCCC9835}" srcOrd="5" destOrd="0" presId="urn:microsoft.com/office/officeart/2005/8/layout/orgChart1"/>
    <dgm:cxn modelId="{AD429EA6-B43C-4445-94E0-90F47781A712}" type="presParOf" srcId="{36B04715-C18D-4989-BE21-AAFDCCCC9835}" destId="{15B2101B-6D06-4B34-B7B9-33D310CFC812}" srcOrd="0" destOrd="0" presId="urn:microsoft.com/office/officeart/2005/8/layout/orgChart1"/>
    <dgm:cxn modelId="{BEEE21E3-4943-419D-AB9E-FBF199987EA7}" type="presParOf" srcId="{15B2101B-6D06-4B34-B7B9-33D310CFC812}" destId="{A53A1D54-7109-4711-9081-5BD10443F063}" srcOrd="0" destOrd="0" presId="urn:microsoft.com/office/officeart/2005/8/layout/orgChart1"/>
    <dgm:cxn modelId="{276683D2-8884-44A2-9508-8D5976CB447C}" type="presParOf" srcId="{15B2101B-6D06-4B34-B7B9-33D310CFC812}" destId="{758238DD-6BE6-454E-B686-21D933471540}" srcOrd="1" destOrd="0" presId="urn:microsoft.com/office/officeart/2005/8/layout/orgChart1"/>
    <dgm:cxn modelId="{7B2CFA75-EE94-4F69-B6DC-ECABB0F1E045}" type="presParOf" srcId="{36B04715-C18D-4989-BE21-AAFDCCCC9835}" destId="{3C09FE4C-B68C-41FA-8FFD-63B5E522027C}" srcOrd="1" destOrd="0" presId="urn:microsoft.com/office/officeart/2005/8/layout/orgChart1"/>
    <dgm:cxn modelId="{F4FCD73C-3E49-4CB2-BD2D-B327FA5D6EAC}" type="presParOf" srcId="{36B04715-C18D-4989-BE21-AAFDCCCC9835}" destId="{14A1E550-1C17-42AC-AB7F-E8278A55E274}" srcOrd="2" destOrd="0" presId="urn:microsoft.com/office/officeart/2005/8/layout/orgChart1"/>
    <dgm:cxn modelId="{307C3436-7A7E-41E8-AD2A-D5A31394E8FC}" type="presParOf" srcId="{5871D25B-03B5-4C78-8BCD-A3DC24E0818F}" destId="{61BA37A5-D20F-40CA-A935-561F2AE51861}" srcOrd="6" destOrd="0" presId="urn:microsoft.com/office/officeart/2005/8/layout/orgChart1"/>
    <dgm:cxn modelId="{C6AB381D-31ED-4521-8566-51604C4E4E20}" type="presParOf" srcId="{5871D25B-03B5-4C78-8BCD-A3DC24E0818F}" destId="{EAF1BB04-D4C3-4587-95FE-4E821A33075C}" srcOrd="7" destOrd="0" presId="urn:microsoft.com/office/officeart/2005/8/layout/orgChart1"/>
    <dgm:cxn modelId="{89A05D26-A03A-4DED-9BCC-FDFE021720F0}" type="presParOf" srcId="{EAF1BB04-D4C3-4587-95FE-4E821A33075C}" destId="{6459BF14-67AE-4C6A-94D4-C189A4052DCE}" srcOrd="0" destOrd="0" presId="urn:microsoft.com/office/officeart/2005/8/layout/orgChart1"/>
    <dgm:cxn modelId="{F0621216-B382-4E2E-86EF-FC442A468EF9}" type="presParOf" srcId="{6459BF14-67AE-4C6A-94D4-C189A4052DCE}" destId="{37E7DCD5-3B9E-4C3D-B935-937D56DFE9E5}" srcOrd="0" destOrd="0" presId="urn:microsoft.com/office/officeart/2005/8/layout/orgChart1"/>
    <dgm:cxn modelId="{F651D61B-6E69-4598-BAB6-439A5197DB22}" type="presParOf" srcId="{6459BF14-67AE-4C6A-94D4-C189A4052DCE}" destId="{D5EE0C63-394D-418D-8C51-B603AD6C4B25}" srcOrd="1" destOrd="0" presId="urn:microsoft.com/office/officeart/2005/8/layout/orgChart1"/>
    <dgm:cxn modelId="{6D252E91-00E2-43CF-B074-E20143893706}" type="presParOf" srcId="{EAF1BB04-D4C3-4587-95FE-4E821A33075C}" destId="{7D5FB0D0-E120-4FB7-926D-8B9655555B8A}" srcOrd="1" destOrd="0" presId="urn:microsoft.com/office/officeart/2005/8/layout/orgChart1"/>
    <dgm:cxn modelId="{1303ABE2-9809-4886-A4DB-A5886DB9594A}" type="presParOf" srcId="{EAF1BB04-D4C3-4587-95FE-4E821A33075C}" destId="{DC24EB58-6F42-4261-950B-79B2FC84947F}" srcOrd="2" destOrd="0" presId="urn:microsoft.com/office/officeart/2005/8/layout/orgChart1"/>
    <dgm:cxn modelId="{C3160E19-AD44-48E9-9882-C3272D98E89C}" type="presParOf" srcId="{9FAEB0E5-663B-4712-A1C5-F7969B67D2BB}" destId="{207B4E37-185D-43F0-A0F2-25AB1425164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6F3002-60C3-4D3B-8821-6B31EC60E07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460BE4-298F-4957-B607-829C3CF68BBC}">
      <dgm:prSet phldrT="[Text]"/>
      <dgm:spPr/>
      <dgm:t>
        <a:bodyPr/>
        <a:lstStyle/>
        <a:p>
          <a:r>
            <a:rPr lang="en-US" b="1" dirty="0">
              <a:solidFill>
                <a:srgbClr val="7030A0"/>
              </a:solidFill>
            </a:rPr>
            <a:t>Machine Learning</a:t>
          </a:r>
        </a:p>
      </dgm:t>
    </dgm:pt>
    <dgm:pt modelId="{383A22E8-4187-4EC3-B154-E2C10A272797}" type="parTrans" cxnId="{1BAA1A93-1E10-4D5F-8373-9761280A0323}">
      <dgm:prSet/>
      <dgm:spPr/>
      <dgm:t>
        <a:bodyPr/>
        <a:lstStyle/>
        <a:p>
          <a:endParaRPr lang="en-US" b="1">
            <a:solidFill>
              <a:srgbClr val="7030A0"/>
            </a:solidFill>
          </a:endParaRPr>
        </a:p>
      </dgm:t>
    </dgm:pt>
    <dgm:pt modelId="{A8596E42-05C4-4CFC-AAD0-B093938DF4D0}" type="sibTrans" cxnId="{1BAA1A93-1E10-4D5F-8373-9761280A0323}">
      <dgm:prSet/>
      <dgm:spPr/>
      <dgm:t>
        <a:bodyPr/>
        <a:lstStyle/>
        <a:p>
          <a:endParaRPr lang="en-US" b="1">
            <a:solidFill>
              <a:srgbClr val="7030A0"/>
            </a:solidFill>
          </a:endParaRPr>
        </a:p>
      </dgm:t>
    </dgm:pt>
    <dgm:pt modelId="{E1609DE6-803E-43E2-AF64-9CC017B3B658}">
      <dgm:prSet phldrT="[Text]"/>
      <dgm:spPr/>
      <dgm:t>
        <a:bodyPr/>
        <a:lstStyle/>
        <a:p>
          <a:r>
            <a:rPr lang="en-US" b="1" dirty="0">
              <a:solidFill>
                <a:srgbClr val="7030A0"/>
              </a:solidFill>
            </a:rPr>
            <a:t>Supervised</a:t>
          </a:r>
        </a:p>
      </dgm:t>
    </dgm:pt>
    <dgm:pt modelId="{EE935CFD-D135-4119-A3DE-00BF97667115}" type="parTrans" cxnId="{2FBD04BC-3F7B-40D5-9DFB-D36EB68FB3BA}">
      <dgm:prSet/>
      <dgm:spPr/>
      <dgm:t>
        <a:bodyPr/>
        <a:lstStyle/>
        <a:p>
          <a:endParaRPr lang="en-US" b="1">
            <a:solidFill>
              <a:srgbClr val="7030A0"/>
            </a:solidFill>
          </a:endParaRPr>
        </a:p>
      </dgm:t>
    </dgm:pt>
    <dgm:pt modelId="{E1FECC8F-AA1C-4111-994D-D574D8F153D9}" type="sibTrans" cxnId="{2FBD04BC-3F7B-40D5-9DFB-D36EB68FB3BA}">
      <dgm:prSet/>
      <dgm:spPr/>
      <dgm:t>
        <a:bodyPr/>
        <a:lstStyle/>
        <a:p>
          <a:endParaRPr lang="en-US" b="1">
            <a:solidFill>
              <a:srgbClr val="7030A0"/>
            </a:solidFill>
          </a:endParaRPr>
        </a:p>
      </dgm:t>
    </dgm:pt>
    <dgm:pt modelId="{72A206C3-1E7E-4948-99D8-2ADB5F088BA5}">
      <dgm:prSet phldrT="[Text]"/>
      <dgm:spPr/>
      <dgm:t>
        <a:bodyPr/>
        <a:lstStyle/>
        <a:p>
          <a:r>
            <a:rPr lang="en-US" b="1" dirty="0">
              <a:solidFill>
                <a:srgbClr val="7030A0"/>
              </a:solidFill>
            </a:rPr>
            <a:t>Regression</a:t>
          </a:r>
        </a:p>
      </dgm:t>
    </dgm:pt>
    <dgm:pt modelId="{C894B345-E978-4B20-BD3A-7814E7A18C4F}" type="parTrans" cxnId="{22C6A4F1-3918-484F-8042-B8D978C369C0}">
      <dgm:prSet/>
      <dgm:spPr/>
      <dgm:t>
        <a:bodyPr/>
        <a:lstStyle/>
        <a:p>
          <a:endParaRPr lang="en-US" b="1">
            <a:solidFill>
              <a:srgbClr val="7030A0"/>
            </a:solidFill>
          </a:endParaRPr>
        </a:p>
      </dgm:t>
    </dgm:pt>
    <dgm:pt modelId="{13EE7838-5121-4A75-A85A-C03B7319857B}" type="sibTrans" cxnId="{22C6A4F1-3918-484F-8042-B8D978C369C0}">
      <dgm:prSet/>
      <dgm:spPr/>
      <dgm:t>
        <a:bodyPr/>
        <a:lstStyle/>
        <a:p>
          <a:endParaRPr lang="en-US" b="1">
            <a:solidFill>
              <a:srgbClr val="7030A0"/>
            </a:solidFill>
          </a:endParaRPr>
        </a:p>
      </dgm:t>
    </dgm:pt>
    <dgm:pt modelId="{3F3CC152-7D3A-4DA6-BFC7-3C724C873463}">
      <dgm:prSet phldrT="[Text]"/>
      <dgm:spPr/>
      <dgm:t>
        <a:bodyPr/>
        <a:lstStyle/>
        <a:p>
          <a:r>
            <a:rPr lang="en-US" b="1" dirty="0">
              <a:solidFill>
                <a:srgbClr val="7030A0"/>
              </a:solidFill>
            </a:rPr>
            <a:t>Classification</a:t>
          </a:r>
        </a:p>
      </dgm:t>
    </dgm:pt>
    <dgm:pt modelId="{C31D8917-A131-4928-9B44-4AC3B0B9EA7B}" type="parTrans" cxnId="{A75D89A3-EC14-4B0B-AE99-6A8AEBBB87CF}">
      <dgm:prSet/>
      <dgm:spPr/>
      <dgm:t>
        <a:bodyPr/>
        <a:lstStyle/>
        <a:p>
          <a:endParaRPr lang="en-US" b="1">
            <a:solidFill>
              <a:srgbClr val="7030A0"/>
            </a:solidFill>
          </a:endParaRPr>
        </a:p>
      </dgm:t>
    </dgm:pt>
    <dgm:pt modelId="{DE3CB100-2EF9-4A2E-A59C-CD2F9D72B620}" type="sibTrans" cxnId="{A75D89A3-EC14-4B0B-AE99-6A8AEBBB87CF}">
      <dgm:prSet/>
      <dgm:spPr/>
      <dgm:t>
        <a:bodyPr/>
        <a:lstStyle/>
        <a:p>
          <a:endParaRPr lang="en-US" b="1">
            <a:solidFill>
              <a:srgbClr val="7030A0"/>
            </a:solidFill>
          </a:endParaRPr>
        </a:p>
      </dgm:t>
    </dgm:pt>
    <dgm:pt modelId="{BF5648A8-398A-43C3-B94B-722E01E10469}">
      <dgm:prSet phldrT="[Text]"/>
      <dgm:spPr/>
      <dgm:t>
        <a:bodyPr/>
        <a:lstStyle/>
        <a:p>
          <a:r>
            <a:rPr lang="en-US" b="1" dirty="0">
              <a:solidFill>
                <a:srgbClr val="7030A0"/>
              </a:solidFill>
            </a:rPr>
            <a:t>Unsupervised</a:t>
          </a:r>
        </a:p>
      </dgm:t>
    </dgm:pt>
    <dgm:pt modelId="{AAAF2170-E7CE-48C4-9F5A-7B9278E20F66}" type="parTrans" cxnId="{5FDACB38-265D-4F88-8348-240C603D4CC1}">
      <dgm:prSet/>
      <dgm:spPr/>
      <dgm:t>
        <a:bodyPr/>
        <a:lstStyle/>
        <a:p>
          <a:endParaRPr lang="en-US" b="1">
            <a:solidFill>
              <a:srgbClr val="7030A0"/>
            </a:solidFill>
          </a:endParaRPr>
        </a:p>
      </dgm:t>
    </dgm:pt>
    <dgm:pt modelId="{A1FEBA4D-CB09-400D-8FA7-90B543DBE2DE}" type="sibTrans" cxnId="{5FDACB38-265D-4F88-8348-240C603D4CC1}">
      <dgm:prSet/>
      <dgm:spPr/>
      <dgm:t>
        <a:bodyPr/>
        <a:lstStyle/>
        <a:p>
          <a:endParaRPr lang="en-US" b="1">
            <a:solidFill>
              <a:srgbClr val="7030A0"/>
            </a:solidFill>
          </a:endParaRPr>
        </a:p>
      </dgm:t>
    </dgm:pt>
    <dgm:pt modelId="{F7DF96C3-6604-4B4D-9D02-F7F42860598A}">
      <dgm:prSet phldrT="[Text]"/>
      <dgm:spPr/>
      <dgm:t>
        <a:bodyPr/>
        <a:lstStyle/>
        <a:p>
          <a:r>
            <a:rPr lang="en-US" b="1" dirty="0">
              <a:solidFill>
                <a:srgbClr val="7030A0"/>
              </a:solidFill>
            </a:rPr>
            <a:t>Clustering</a:t>
          </a:r>
        </a:p>
      </dgm:t>
    </dgm:pt>
    <dgm:pt modelId="{96C4982A-F095-4C01-A59F-B07438AB5A68}" type="parTrans" cxnId="{DF463C73-9659-487E-BB55-CADA31D035F4}">
      <dgm:prSet/>
      <dgm:spPr/>
      <dgm:t>
        <a:bodyPr/>
        <a:lstStyle/>
        <a:p>
          <a:endParaRPr lang="en-US" b="1">
            <a:solidFill>
              <a:srgbClr val="7030A0"/>
            </a:solidFill>
          </a:endParaRPr>
        </a:p>
      </dgm:t>
    </dgm:pt>
    <dgm:pt modelId="{C6C9F919-2BB7-467F-A0F1-85F837C960E9}" type="sibTrans" cxnId="{DF463C73-9659-487E-BB55-CADA31D035F4}">
      <dgm:prSet/>
      <dgm:spPr/>
      <dgm:t>
        <a:bodyPr/>
        <a:lstStyle/>
        <a:p>
          <a:endParaRPr lang="en-US" b="1">
            <a:solidFill>
              <a:srgbClr val="7030A0"/>
            </a:solidFill>
          </a:endParaRPr>
        </a:p>
      </dgm:t>
    </dgm:pt>
    <dgm:pt modelId="{7E220C35-1F96-4C08-8762-9D362767E589}">
      <dgm:prSet/>
      <dgm:spPr/>
      <dgm:t>
        <a:bodyPr/>
        <a:lstStyle/>
        <a:p>
          <a:r>
            <a:rPr lang="en-US" b="1" dirty="0">
              <a:solidFill>
                <a:srgbClr val="7030A0"/>
              </a:solidFill>
            </a:rPr>
            <a:t>Reinforcement</a:t>
          </a:r>
        </a:p>
      </dgm:t>
    </dgm:pt>
    <dgm:pt modelId="{7BD45457-327F-4BF4-A64B-2E9187FAE628}" type="parTrans" cxnId="{DC67C702-A562-474C-993F-520F84E6DDD1}">
      <dgm:prSet/>
      <dgm:spPr/>
      <dgm:t>
        <a:bodyPr/>
        <a:lstStyle/>
        <a:p>
          <a:endParaRPr lang="en-US" b="1">
            <a:solidFill>
              <a:srgbClr val="7030A0"/>
            </a:solidFill>
          </a:endParaRPr>
        </a:p>
      </dgm:t>
    </dgm:pt>
    <dgm:pt modelId="{C1503DD7-5E6E-439F-A29E-91E591C310EA}" type="sibTrans" cxnId="{DC67C702-A562-474C-993F-520F84E6DDD1}">
      <dgm:prSet/>
      <dgm:spPr/>
      <dgm:t>
        <a:bodyPr/>
        <a:lstStyle/>
        <a:p>
          <a:endParaRPr lang="en-US" b="1">
            <a:solidFill>
              <a:srgbClr val="7030A0"/>
            </a:solidFill>
          </a:endParaRPr>
        </a:p>
      </dgm:t>
    </dgm:pt>
    <dgm:pt modelId="{8630E8C8-652E-462A-83B5-277BDB86E1C4}" type="pres">
      <dgm:prSet presAssocID="{446F3002-60C3-4D3B-8821-6B31EC60E07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5822C69-24DB-482D-AAB3-434C03C514AB}" type="pres">
      <dgm:prSet presAssocID="{58460BE4-298F-4957-B607-829C3CF68BBC}" presName="hierRoot1" presStyleCnt="0"/>
      <dgm:spPr/>
    </dgm:pt>
    <dgm:pt modelId="{84093BBC-BFDE-4751-8871-10071C788545}" type="pres">
      <dgm:prSet presAssocID="{58460BE4-298F-4957-B607-829C3CF68BBC}" presName="composite" presStyleCnt="0"/>
      <dgm:spPr/>
    </dgm:pt>
    <dgm:pt modelId="{C8CE44CC-A816-4770-BDF8-4930F9679897}" type="pres">
      <dgm:prSet presAssocID="{58460BE4-298F-4957-B607-829C3CF68BBC}" presName="background" presStyleLbl="node0" presStyleIdx="0" presStyleCnt="1"/>
      <dgm:spPr/>
    </dgm:pt>
    <dgm:pt modelId="{64149DB0-D7B0-48FE-B628-888BD0A37FEC}" type="pres">
      <dgm:prSet presAssocID="{58460BE4-298F-4957-B607-829C3CF68BBC}" presName="text" presStyleLbl="fgAcc0" presStyleIdx="0" presStyleCnt="1">
        <dgm:presLayoutVars>
          <dgm:chPref val="3"/>
        </dgm:presLayoutVars>
      </dgm:prSet>
      <dgm:spPr/>
    </dgm:pt>
    <dgm:pt modelId="{BD887B65-96F0-4165-A008-7FD58241745F}" type="pres">
      <dgm:prSet presAssocID="{58460BE4-298F-4957-B607-829C3CF68BBC}" presName="hierChild2" presStyleCnt="0"/>
      <dgm:spPr/>
    </dgm:pt>
    <dgm:pt modelId="{BA3D8E35-55DB-403E-998A-0904291572BD}" type="pres">
      <dgm:prSet presAssocID="{EE935CFD-D135-4119-A3DE-00BF97667115}" presName="Name10" presStyleLbl="parChTrans1D2" presStyleIdx="0" presStyleCnt="3"/>
      <dgm:spPr/>
    </dgm:pt>
    <dgm:pt modelId="{E73642D8-3B5B-4BC8-A24E-97133368D40C}" type="pres">
      <dgm:prSet presAssocID="{E1609DE6-803E-43E2-AF64-9CC017B3B658}" presName="hierRoot2" presStyleCnt="0"/>
      <dgm:spPr/>
    </dgm:pt>
    <dgm:pt modelId="{E9B89BFB-1E7F-4FA7-89D5-82339B318B0A}" type="pres">
      <dgm:prSet presAssocID="{E1609DE6-803E-43E2-AF64-9CC017B3B658}" presName="composite2" presStyleCnt="0"/>
      <dgm:spPr/>
    </dgm:pt>
    <dgm:pt modelId="{0273F748-5DF3-4426-80A7-75979F7DEF14}" type="pres">
      <dgm:prSet presAssocID="{E1609DE6-803E-43E2-AF64-9CC017B3B658}" presName="background2" presStyleLbl="node2" presStyleIdx="0" presStyleCnt="3"/>
      <dgm:spPr/>
    </dgm:pt>
    <dgm:pt modelId="{D6D58F31-0D2B-47DC-B1F9-EEBCF0B7C269}" type="pres">
      <dgm:prSet presAssocID="{E1609DE6-803E-43E2-AF64-9CC017B3B658}" presName="text2" presStyleLbl="fgAcc2" presStyleIdx="0" presStyleCnt="3">
        <dgm:presLayoutVars>
          <dgm:chPref val="3"/>
        </dgm:presLayoutVars>
      </dgm:prSet>
      <dgm:spPr/>
    </dgm:pt>
    <dgm:pt modelId="{CE4B73C9-09DB-424D-8D0C-5A0FA6639EAD}" type="pres">
      <dgm:prSet presAssocID="{E1609DE6-803E-43E2-AF64-9CC017B3B658}" presName="hierChild3" presStyleCnt="0"/>
      <dgm:spPr/>
    </dgm:pt>
    <dgm:pt modelId="{8C7CB358-EC9B-49D6-B8ED-1785EBFEC116}" type="pres">
      <dgm:prSet presAssocID="{C894B345-E978-4B20-BD3A-7814E7A18C4F}" presName="Name17" presStyleLbl="parChTrans1D3" presStyleIdx="0" presStyleCnt="3"/>
      <dgm:spPr/>
    </dgm:pt>
    <dgm:pt modelId="{560C339C-C815-4DDE-BC72-2B18E922D35B}" type="pres">
      <dgm:prSet presAssocID="{72A206C3-1E7E-4948-99D8-2ADB5F088BA5}" presName="hierRoot3" presStyleCnt="0"/>
      <dgm:spPr/>
    </dgm:pt>
    <dgm:pt modelId="{64EA1A37-1177-4314-AD24-9DAC6B949A0A}" type="pres">
      <dgm:prSet presAssocID="{72A206C3-1E7E-4948-99D8-2ADB5F088BA5}" presName="composite3" presStyleCnt="0"/>
      <dgm:spPr/>
    </dgm:pt>
    <dgm:pt modelId="{89EBE9FC-F102-4679-83D5-DBDF56C95431}" type="pres">
      <dgm:prSet presAssocID="{72A206C3-1E7E-4948-99D8-2ADB5F088BA5}" presName="background3" presStyleLbl="node3" presStyleIdx="0" presStyleCnt="3"/>
      <dgm:spPr/>
    </dgm:pt>
    <dgm:pt modelId="{1C93D2F6-EE83-497A-9951-F0F6BFF02CF1}" type="pres">
      <dgm:prSet presAssocID="{72A206C3-1E7E-4948-99D8-2ADB5F088BA5}" presName="text3" presStyleLbl="fgAcc3" presStyleIdx="0" presStyleCnt="3">
        <dgm:presLayoutVars>
          <dgm:chPref val="3"/>
        </dgm:presLayoutVars>
      </dgm:prSet>
      <dgm:spPr/>
    </dgm:pt>
    <dgm:pt modelId="{F613296A-5A84-4BC1-A804-07998EE1CEAE}" type="pres">
      <dgm:prSet presAssocID="{72A206C3-1E7E-4948-99D8-2ADB5F088BA5}" presName="hierChild4" presStyleCnt="0"/>
      <dgm:spPr/>
    </dgm:pt>
    <dgm:pt modelId="{B6B4233E-7B16-4C71-B1C7-29CC5E2B4BBD}" type="pres">
      <dgm:prSet presAssocID="{C31D8917-A131-4928-9B44-4AC3B0B9EA7B}" presName="Name17" presStyleLbl="parChTrans1D3" presStyleIdx="1" presStyleCnt="3"/>
      <dgm:spPr/>
    </dgm:pt>
    <dgm:pt modelId="{80D2A1E2-D043-4744-B34C-33A7BA9C2AFA}" type="pres">
      <dgm:prSet presAssocID="{3F3CC152-7D3A-4DA6-BFC7-3C724C873463}" presName="hierRoot3" presStyleCnt="0"/>
      <dgm:spPr/>
    </dgm:pt>
    <dgm:pt modelId="{3E2C5780-807F-4184-A8C4-4744EEDF5471}" type="pres">
      <dgm:prSet presAssocID="{3F3CC152-7D3A-4DA6-BFC7-3C724C873463}" presName="composite3" presStyleCnt="0"/>
      <dgm:spPr/>
    </dgm:pt>
    <dgm:pt modelId="{0A26B4CF-07C1-4E4A-803A-260E31F1C7D0}" type="pres">
      <dgm:prSet presAssocID="{3F3CC152-7D3A-4DA6-BFC7-3C724C873463}" presName="background3" presStyleLbl="node3" presStyleIdx="1" presStyleCnt="3"/>
      <dgm:spPr/>
    </dgm:pt>
    <dgm:pt modelId="{C5A1849E-C03B-43FD-B7DF-025A944455A6}" type="pres">
      <dgm:prSet presAssocID="{3F3CC152-7D3A-4DA6-BFC7-3C724C873463}" presName="text3" presStyleLbl="fgAcc3" presStyleIdx="1" presStyleCnt="3">
        <dgm:presLayoutVars>
          <dgm:chPref val="3"/>
        </dgm:presLayoutVars>
      </dgm:prSet>
      <dgm:spPr/>
    </dgm:pt>
    <dgm:pt modelId="{DCC299C5-59C2-4F90-8DCC-EA4A23DAE724}" type="pres">
      <dgm:prSet presAssocID="{3F3CC152-7D3A-4DA6-BFC7-3C724C873463}" presName="hierChild4" presStyleCnt="0"/>
      <dgm:spPr/>
    </dgm:pt>
    <dgm:pt modelId="{2139D35D-57A1-4C83-BF32-17492972ECAF}" type="pres">
      <dgm:prSet presAssocID="{AAAF2170-E7CE-48C4-9F5A-7B9278E20F66}" presName="Name10" presStyleLbl="parChTrans1D2" presStyleIdx="1" presStyleCnt="3"/>
      <dgm:spPr/>
    </dgm:pt>
    <dgm:pt modelId="{0E1AE93C-146D-403A-844C-D76A658EB8D7}" type="pres">
      <dgm:prSet presAssocID="{BF5648A8-398A-43C3-B94B-722E01E10469}" presName="hierRoot2" presStyleCnt="0"/>
      <dgm:spPr/>
    </dgm:pt>
    <dgm:pt modelId="{2D7E34B7-A846-426B-AF82-5BD9D76A9B49}" type="pres">
      <dgm:prSet presAssocID="{BF5648A8-398A-43C3-B94B-722E01E10469}" presName="composite2" presStyleCnt="0"/>
      <dgm:spPr/>
    </dgm:pt>
    <dgm:pt modelId="{E5CD992D-0D1A-4D99-B06E-FABF3F994817}" type="pres">
      <dgm:prSet presAssocID="{BF5648A8-398A-43C3-B94B-722E01E10469}" presName="background2" presStyleLbl="node2" presStyleIdx="1" presStyleCnt="3"/>
      <dgm:spPr/>
    </dgm:pt>
    <dgm:pt modelId="{8A590DBB-CC0F-4598-8A6D-1F1D30CFD844}" type="pres">
      <dgm:prSet presAssocID="{BF5648A8-398A-43C3-B94B-722E01E10469}" presName="text2" presStyleLbl="fgAcc2" presStyleIdx="1" presStyleCnt="3">
        <dgm:presLayoutVars>
          <dgm:chPref val="3"/>
        </dgm:presLayoutVars>
      </dgm:prSet>
      <dgm:spPr/>
    </dgm:pt>
    <dgm:pt modelId="{E1AEBE74-216A-4430-862C-20B482183786}" type="pres">
      <dgm:prSet presAssocID="{BF5648A8-398A-43C3-B94B-722E01E10469}" presName="hierChild3" presStyleCnt="0"/>
      <dgm:spPr/>
    </dgm:pt>
    <dgm:pt modelId="{01BAB85A-DFEE-4FDB-B8FB-6AE544C910C7}" type="pres">
      <dgm:prSet presAssocID="{96C4982A-F095-4C01-A59F-B07438AB5A68}" presName="Name17" presStyleLbl="parChTrans1D3" presStyleIdx="2" presStyleCnt="3"/>
      <dgm:spPr/>
    </dgm:pt>
    <dgm:pt modelId="{3EBAB084-73C6-425C-820B-E11AB144C8B8}" type="pres">
      <dgm:prSet presAssocID="{F7DF96C3-6604-4B4D-9D02-F7F42860598A}" presName="hierRoot3" presStyleCnt="0"/>
      <dgm:spPr/>
    </dgm:pt>
    <dgm:pt modelId="{6EDC0841-6925-4B6D-9B4B-7265F7DC98BF}" type="pres">
      <dgm:prSet presAssocID="{F7DF96C3-6604-4B4D-9D02-F7F42860598A}" presName="composite3" presStyleCnt="0"/>
      <dgm:spPr/>
    </dgm:pt>
    <dgm:pt modelId="{CA45EE89-610D-4461-BA5A-BD22939F118E}" type="pres">
      <dgm:prSet presAssocID="{F7DF96C3-6604-4B4D-9D02-F7F42860598A}" presName="background3" presStyleLbl="node3" presStyleIdx="2" presStyleCnt="3"/>
      <dgm:spPr/>
    </dgm:pt>
    <dgm:pt modelId="{2E8B7CA5-CF24-45EE-A1A5-D5195ED12362}" type="pres">
      <dgm:prSet presAssocID="{F7DF96C3-6604-4B4D-9D02-F7F42860598A}" presName="text3" presStyleLbl="fgAcc3" presStyleIdx="2" presStyleCnt="3">
        <dgm:presLayoutVars>
          <dgm:chPref val="3"/>
        </dgm:presLayoutVars>
      </dgm:prSet>
      <dgm:spPr/>
    </dgm:pt>
    <dgm:pt modelId="{99498292-6DF5-4972-A475-A57742A34455}" type="pres">
      <dgm:prSet presAssocID="{F7DF96C3-6604-4B4D-9D02-F7F42860598A}" presName="hierChild4" presStyleCnt="0"/>
      <dgm:spPr/>
    </dgm:pt>
    <dgm:pt modelId="{AEEA8348-FF68-4D74-A330-93825EA7D29F}" type="pres">
      <dgm:prSet presAssocID="{7BD45457-327F-4BF4-A64B-2E9187FAE628}" presName="Name10" presStyleLbl="parChTrans1D2" presStyleIdx="2" presStyleCnt="3"/>
      <dgm:spPr/>
    </dgm:pt>
    <dgm:pt modelId="{2C2C10DC-76E4-4E5C-9773-F09DB6AA9FEF}" type="pres">
      <dgm:prSet presAssocID="{7E220C35-1F96-4C08-8762-9D362767E589}" presName="hierRoot2" presStyleCnt="0"/>
      <dgm:spPr/>
    </dgm:pt>
    <dgm:pt modelId="{2B26F4BD-86EA-41D1-826D-5F49D55C2BDE}" type="pres">
      <dgm:prSet presAssocID="{7E220C35-1F96-4C08-8762-9D362767E589}" presName="composite2" presStyleCnt="0"/>
      <dgm:spPr/>
    </dgm:pt>
    <dgm:pt modelId="{4A026C3A-C056-4394-8519-E9239F8693D0}" type="pres">
      <dgm:prSet presAssocID="{7E220C35-1F96-4C08-8762-9D362767E589}" presName="background2" presStyleLbl="node2" presStyleIdx="2" presStyleCnt="3"/>
      <dgm:spPr/>
    </dgm:pt>
    <dgm:pt modelId="{7DF11B94-F09D-45A6-BCB8-D075DB6A3F2C}" type="pres">
      <dgm:prSet presAssocID="{7E220C35-1F96-4C08-8762-9D362767E589}" presName="text2" presStyleLbl="fgAcc2" presStyleIdx="2" presStyleCnt="3">
        <dgm:presLayoutVars>
          <dgm:chPref val="3"/>
        </dgm:presLayoutVars>
      </dgm:prSet>
      <dgm:spPr/>
    </dgm:pt>
    <dgm:pt modelId="{256E31E0-00FC-457C-AE04-A1BFC1222BB2}" type="pres">
      <dgm:prSet presAssocID="{7E220C35-1F96-4C08-8762-9D362767E589}" presName="hierChild3" presStyleCnt="0"/>
      <dgm:spPr/>
    </dgm:pt>
  </dgm:ptLst>
  <dgm:cxnLst>
    <dgm:cxn modelId="{DC67C702-A562-474C-993F-520F84E6DDD1}" srcId="{58460BE4-298F-4957-B607-829C3CF68BBC}" destId="{7E220C35-1F96-4C08-8762-9D362767E589}" srcOrd="2" destOrd="0" parTransId="{7BD45457-327F-4BF4-A64B-2E9187FAE628}" sibTransId="{C1503DD7-5E6E-439F-A29E-91E591C310EA}"/>
    <dgm:cxn modelId="{B6A9E20C-D8B0-4BF5-B206-CE0B1A6DCA5E}" type="presOf" srcId="{EE935CFD-D135-4119-A3DE-00BF97667115}" destId="{BA3D8E35-55DB-403E-998A-0904291572BD}" srcOrd="0" destOrd="0" presId="urn:microsoft.com/office/officeart/2005/8/layout/hierarchy1"/>
    <dgm:cxn modelId="{FD869B12-DBD0-47BE-ACA0-9F3A909857B6}" type="presOf" srcId="{58460BE4-298F-4957-B607-829C3CF68BBC}" destId="{64149DB0-D7B0-48FE-B628-888BD0A37FEC}" srcOrd="0" destOrd="0" presId="urn:microsoft.com/office/officeart/2005/8/layout/hierarchy1"/>
    <dgm:cxn modelId="{15A72F24-5B80-40BA-9E00-65873D738F1C}" type="presOf" srcId="{7E220C35-1F96-4C08-8762-9D362767E589}" destId="{7DF11B94-F09D-45A6-BCB8-D075DB6A3F2C}" srcOrd="0" destOrd="0" presId="urn:microsoft.com/office/officeart/2005/8/layout/hierarchy1"/>
    <dgm:cxn modelId="{D057872C-D4CA-4C3A-9B60-D882F1C1A80D}" type="presOf" srcId="{C31D8917-A131-4928-9B44-4AC3B0B9EA7B}" destId="{B6B4233E-7B16-4C71-B1C7-29CC5E2B4BBD}" srcOrd="0" destOrd="0" presId="urn:microsoft.com/office/officeart/2005/8/layout/hierarchy1"/>
    <dgm:cxn modelId="{5FDACB38-265D-4F88-8348-240C603D4CC1}" srcId="{58460BE4-298F-4957-B607-829C3CF68BBC}" destId="{BF5648A8-398A-43C3-B94B-722E01E10469}" srcOrd="1" destOrd="0" parTransId="{AAAF2170-E7CE-48C4-9F5A-7B9278E20F66}" sibTransId="{A1FEBA4D-CB09-400D-8FA7-90B543DBE2DE}"/>
    <dgm:cxn modelId="{FA760660-8F9C-4A06-BC12-33CB0BD80747}" type="presOf" srcId="{72A206C3-1E7E-4948-99D8-2ADB5F088BA5}" destId="{1C93D2F6-EE83-497A-9951-F0F6BFF02CF1}" srcOrd="0" destOrd="0" presId="urn:microsoft.com/office/officeart/2005/8/layout/hierarchy1"/>
    <dgm:cxn modelId="{56ADDB4C-7610-4BFE-B301-EB31AAA25B56}" type="presOf" srcId="{C894B345-E978-4B20-BD3A-7814E7A18C4F}" destId="{8C7CB358-EC9B-49D6-B8ED-1785EBFEC116}" srcOrd="0" destOrd="0" presId="urn:microsoft.com/office/officeart/2005/8/layout/hierarchy1"/>
    <dgm:cxn modelId="{EF16BC72-993B-4956-84C4-F42D078B5DC0}" type="presOf" srcId="{446F3002-60C3-4D3B-8821-6B31EC60E07B}" destId="{8630E8C8-652E-462A-83B5-277BDB86E1C4}" srcOrd="0" destOrd="0" presId="urn:microsoft.com/office/officeart/2005/8/layout/hierarchy1"/>
    <dgm:cxn modelId="{DF463C73-9659-487E-BB55-CADA31D035F4}" srcId="{BF5648A8-398A-43C3-B94B-722E01E10469}" destId="{F7DF96C3-6604-4B4D-9D02-F7F42860598A}" srcOrd="0" destOrd="0" parTransId="{96C4982A-F095-4C01-A59F-B07438AB5A68}" sibTransId="{C6C9F919-2BB7-467F-A0F1-85F837C960E9}"/>
    <dgm:cxn modelId="{1BAA1A93-1E10-4D5F-8373-9761280A0323}" srcId="{446F3002-60C3-4D3B-8821-6B31EC60E07B}" destId="{58460BE4-298F-4957-B607-829C3CF68BBC}" srcOrd="0" destOrd="0" parTransId="{383A22E8-4187-4EC3-B154-E2C10A272797}" sibTransId="{A8596E42-05C4-4CFC-AAD0-B093938DF4D0}"/>
    <dgm:cxn modelId="{78354695-48E4-4F7F-8D61-7B13DF7FAC1D}" type="presOf" srcId="{E1609DE6-803E-43E2-AF64-9CC017B3B658}" destId="{D6D58F31-0D2B-47DC-B1F9-EEBCF0B7C269}" srcOrd="0" destOrd="0" presId="urn:microsoft.com/office/officeart/2005/8/layout/hierarchy1"/>
    <dgm:cxn modelId="{FD4AD4A1-4205-4A11-8665-C473A9E2349C}" type="presOf" srcId="{7BD45457-327F-4BF4-A64B-2E9187FAE628}" destId="{AEEA8348-FF68-4D74-A330-93825EA7D29F}" srcOrd="0" destOrd="0" presId="urn:microsoft.com/office/officeart/2005/8/layout/hierarchy1"/>
    <dgm:cxn modelId="{A75D89A3-EC14-4B0B-AE99-6A8AEBBB87CF}" srcId="{E1609DE6-803E-43E2-AF64-9CC017B3B658}" destId="{3F3CC152-7D3A-4DA6-BFC7-3C724C873463}" srcOrd="1" destOrd="0" parTransId="{C31D8917-A131-4928-9B44-4AC3B0B9EA7B}" sibTransId="{DE3CB100-2EF9-4A2E-A59C-CD2F9D72B620}"/>
    <dgm:cxn modelId="{2FBD04BC-3F7B-40D5-9DFB-D36EB68FB3BA}" srcId="{58460BE4-298F-4957-B607-829C3CF68BBC}" destId="{E1609DE6-803E-43E2-AF64-9CC017B3B658}" srcOrd="0" destOrd="0" parTransId="{EE935CFD-D135-4119-A3DE-00BF97667115}" sibTransId="{E1FECC8F-AA1C-4111-994D-D574D8F153D9}"/>
    <dgm:cxn modelId="{EB3581CD-1171-4412-BB97-8C38CF301A09}" type="presOf" srcId="{F7DF96C3-6604-4B4D-9D02-F7F42860598A}" destId="{2E8B7CA5-CF24-45EE-A1A5-D5195ED12362}" srcOrd="0" destOrd="0" presId="urn:microsoft.com/office/officeart/2005/8/layout/hierarchy1"/>
    <dgm:cxn modelId="{0F23C9D9-91E9-41FC-830F-4037F9941009}" type="presOf" srcId="{AAAF2170-E7CE-48C4-9F5A-7B9278E20F66}" destId="{2139D35D-57A1-4C83-BF32-17492972ECAF}" srcOrd="0" destOrd="0" presId="urn:microsoft.com/office/officeart/2005/8/layout/hierarchy1"/>
    <dgm:cxn modelId="{63D506E5-5048-412B-B911-F9DF9F4E93EA}" type="presOf" srcId="{3F3CC152-7D3A-4DA6-BFC7-3C724C873463}" destId="{C5A1849E-C03B-43FD-B7DF-025A944455A6}" srcOrd="0" destOrd="0" presId="urn:microsoft.com/office/officeart/2005/8/layout/hierarchy1"/>
    <dgm:cxn modelId="{73DCD9EB-F9F2-4490-984B-F52BB7861BC6}" type="presOf" srcId="{BF5648A8-398A-43C3-B94B-722E01E10469}" destId="{8A590DBB-CC0F-4598-8A6D-1F1D30CFD844}" srcOrd="0" destOrd="0" presId="urn:microsoft.com/office/officeart/2005/8/layout/hierarchy1"/>
    <dgm:cxn modelId="{22C6A4F1-3918-484F-8042-B8D978C369C0}" srcId="{E1609DE6-803E-43E2-AF64-9CC017B3B658}" destId="{72A206C3-1E7E-4948-99D8-2ADB5F088BA5}" srcOrd="0" destOrd="0" parTransId="{C894B345-E978-4B20-BD3A-7814E7A18C4F}" sibTransId="{13EE7838-5121-4A75-A85A-C03B7319857B}"/>
    <dgm:cxn modelId="{F871DAFA-2F16-4E68-A72F-5CE6BEFFF647}" type="presOf" srcId="{96C4982A-F095-4C01-A59F-B07438AB5A68}" destId="{01BAB85A-DFEE-4FDB-B8FB-6AE544C910C7}" srcOrd="0" destOrd="0" presId="urn:microsoft.com/office/officeart/2005/8/layout/hierarchy1"/>
    <dgm:cxn modelId="{5A3D9FC3-3144-484A-8DD4-F0430B8365D7}" type="presParOf" srcId="{8630E8C8-652E-462A-83B5-277BDB86E1C4}" destId="{35822C69-24DB-482D-AAB3-434C03C514AB}" srcOrd="0" destOrd="0" presId="urn:microsoft.com/office/officeart/2005/8/layout/hierarchy1"/>
    <dgm:cxn modelId="{327E5BE9-F9F9-4E8F-90A4-56E76BCBC967}" type="presParOf" srcId="{35822C69-24DB-482D-AAB3-434C03C514AB}" destId="{84093BBC-BFDE-4751-8871-10071C788545}" srcOrd="0" destOrd="0" presId="urn:microsoft.com/office/officeart/2005/8/layout/hierarchy1"/>
    <dgm:cxn modelId="{3A5FA5CE-6089-4E85-AEB4-D560F98AA7B2}" type="presParOf" srcId="{84093BBC-BFDE-4751-8871-10071C788545}" destId="{C8CE44CC-A816-4770-BDF8-4930F9679897}" srcOrd="0" destOrd="0" presId="urn:microsoft.com/office/officeart/2005/8/layout/hierarchy1"/>
    <dgm:cxn modelId="{81E8813E-A721-4D95-AD13-D00D499263F7}" type="presParOf" srcId="{84093BBC-BFDE-4751-8871-10071C788545}" destId="{64149DB0-D7B0-48FE-B628-888BD0A37FEC}" srcOrd="1" destOrd="0" presId="urn:microsoft.com/office/officeart/2005/8/layout/hierarchy1"/>
    <dgm:cxn modelId="{83B3053F-B69D-48EA-BE25-537593573CA3}" type="presParOf" srcId="{35822C69-24DB-482D-AAB3-434C03C514AB}" destId="{BD887B65-96F0-4165-A008-7FD58241745F}" srcOrd="1" destOrd="0" presId="urn:microsoft.com/office/officeart/2005/8/layout/hierarchy1"/>
    <dgm:cxn modelId="{19AAC1A9-DDC4-47DF-B82E-547EAAEA2340}" type="presParOf" srcId="{BD887B65-96F0-4165-A008-7FD58241745F}" destId="{BA3D8E35-55DB-403E-998A-0904291572BD}" srcOrd="0" destOrd="0" presId="urn:microsoft.com/office/officeart/2005/8/layout/hierarchy1"/>
    <dgm:cxn modelId="{0DD05CBA-73F5-41BE-B2D1-D2D2DF6C4AF8}" type="presParOf" srcId="{BD887B65-96F0-4165-A008-7FD58241745F}" destId="{E73642D8-3B5B-4BC8-A24E-97133368D40C}" srcOrd="1" destOrd="0" presId="urn:microsoft.com/office/officeart/2005/8/layout/hierarchy1"/>
    <dgm:cxn modelId="{52398F59-50DF-4307-8DB4-7E8B7E6AB0E5}" type="presParOf" srcId="{E73642D8-3B5B-4BC8-A24E-97133368D40C}" destId="{E9B89BFB-1E7F-4FA7-89D5-82339B318B0A}" srcOrd="0" destOrd="0" presId="urn:microsoft.com/office/officeart/2005/8/layout/hierarchy1"/>
    <dgm:cxn modelId="{716B6FAB-8660-4A08-92E7-844370568982}" type="presParOf" srcId="{E9B89BFB-1E7F-4FA7-89D5-82339B318B0A}" destId="{0273F748-5DF3-4426-80A7-75979F7DEF14}" srcOrd="0" destOrd="0" presId="urn:microsoft.com/office/officeart/2005/8/layout/hierarchy1"/>
    <dgm:cxn modelId="{3242E014-D60E-42F9-B413-A310C51911CB}" type="presParOf" srcId="{E9B89BFB-1E7F-4FA7-89D5-82339B318B0A}" destId="{D6D58F31-0D2B-47DC-B1F9-EEBCF0B7C269}" srcOrd="1" destOrd="0" presId="urn:microsoft.com/office/officeart/2005/8/layout/hierarchy1"/>
    <dgm:cxn modelId="{1FA6107A-B74A-4564-902A-541B9833434E}" type="presParOf" srcId="{E73642D8-3B5B-4BC8-A24E-97133368D40C}" destId="{CE4B73C9-09DB-424D-8D0C-5A0FA6639EAD}" srcOrd="1" destOrd="0" presId="urn:microsoft.com/office/officeart/2005/8/layout/hierarchy1"/>
    <dgm:cxn modelId="{82894ADA-C263-41A0-BB53-3F55CBF69A3A}" type="presParOf" srcId="{CE4B73C9-09DB-424D-8D0C-5A0FA6639EAD}" destId="{8C7CB358-EC9B-49D6-B8ED-1785EBFEC116}" srcOrd="0" destOrd="0" presId="urn:microsoft.com/office/officeart/2005/8/layout/hierarchy1"/>
    <dgm:cxn modelId="{A14D8591-C942-42D3-996F-37A17D9065A5}" type="presParOf" srcId="{CE4B73C9-09DB-424D-8D0C-5A0FA6639EAD}" destId="{560C339C-C815-4DDE-BC72-2B18E922D35B}" srcOrd="1" destOrd="0" presId="urn:microsoft.com/office/officeart/2005/8/layout/hierarchy1"/>
    <dgm:cxn modelId="{CD325812-7EBC-499A-92A3-BAE6147FFCAD}" type="presParOf" srcId="{560C339C-C815-4DDE-BC72-2B18E922D35B}" destId="{64EA1A37-1177-4314-AD24-9DAC6B949A0A}" srcOrd="0" destOrd="0" presId="urn:microsoft.com/office/officeart/2005/8/layout/hierarchy1"/>
    <dgm:cxn modelId="{5101C6FC-C86B-482B-B301-01F5BB0F7651}" type="presParOf" srcId="{64EA1A37-1177-4314-AD24-9DAC6B949A0A}" destId="{89EBE9FC-F102-4679-83D5-DBDF56C95431}" srcOrd="0" destOrd="0" presId="urn:microsoft.com/office/officeart/2005/8/layout/hierarchy1"/>
    <dgm:cxn modelId="{5DAA0E29-DA03-4A4A-A19C-A50D675ACD93}" type="presParOf" srcId="{64EA1A37-1177-4314-AD24-9DAC6B949A0A}" destId="{1C93D2F6-EE83-497A-9951-F0F6BFF02CF1}" srcOrd="1" destOrd="0" presId="urn:microsoft.com/office/officeart/2005/8/layout/hierarchy1"/>
    <dgm:cxn modelId="{146C8469-2A93-4215-8C6D-44BA36E10DC7}" type="presParOf" srcId="{560C339C-C815-4DDE-BC72-2B18E922D35B}" destId="{F613296A-5A84-4BC1-A804-07998EE1CEAE}" srcOrd="1" destOrd="0" presId="urn:microsoft.com/office/officeart/2005/8/layout/hierarchy1"/>
    <dgm:cxn modelId="{09118923-5062-4AAB-A516-4E7192060FEB}" type="presParOf" srcId="{CE4B73C9-09DB-424D-8D0C-5A0FA6639EAD}" destId="{B6B4233E-7B16-4C71-B1C7-29CC5E2B4BBD}" srcOrd="2" destOrd="0" presId="urn:microsoft.com/office/officeart/2005/8/layout/hierarchy1"/>
    <dgm:cxn modelId="{AB78A48D-D6AF-414B-9394-FE79009E7E57}" type="presParOf" srcId="{CE4B73C9-09DB-424D-8D0C-5A0FA6639EAD}" destId="{80D2A1E2-D043-4744-B34C-33A7BA9C2AFA}" srcOrd="3" destOrd="0" presId="urn:microsoft.com/office/officeart/2005/8/layout/hierarchy1"/>
    <dgm:cxn modelId="{7E6A5C36-58F1-437E-9981-3159954F732B}" type="presParOf" srcId="{80D2A1E2-D043-4744-B34C-33A7BA9C2AFA}" destId="{3E2C5780-807F-4184-A8C4-4744EEDF5471}" srcOrd="0" destOrd="0" presId="urn:microsoft.com/office/officeart/2005/8/layout/hierarchy1"/>
    <dgm:cxn modelId="{E9721C63-4DEA-4902-9F86-AB8968E91C4E}" type="presParOf" srcId="{3E2C5780-807F-4184-A8C4-4744EEDF5471}" destId="{0A26B4CF-07C1-4E4A-803A-260E31F1C7D0}" srcOrd="0" destOrd="0" presId="urn:microsoft.com/office/officeart/2005/8/layout/hierarchy1"/>
    <dgm:cxn modelId="{8EBBF414-B2B1-4861-A561-F5E516F68846}" type="presParOf" srcId="{3E2C5780-807F-4184-A8C4-4744EEDF5471}" destId="{C5A1849E-C03B-43FD-B7DF-025A944455A6}" srcOrd="1" destOrd="0" presId="urn:microsoft.com/office/officeart/2005/8/layout/hierarchy1"/>
    <dgm:cxn modelId="{909BCE61-A7AC-4099-BB65-B2F8BD3438CE}" type="presParOf" srcId="{80D2A1E2-D043-4744-B34C-33A7BA9C2AFA}" destId="{DCC299C5-59C2-4F90-8DCC-EA4A23DAE724}" srcOrd="1" destOrd="0" presId="urn:microsoft.com/office/officeart/2005/8/layout/hierarchy1"/>
    <dgm:cxn modelId="{82BB4A3A-5DDF-43B8-B5FB-8A8995537D4F}" type="presParOf" srcId="{BD887B65-96F0-4165-A008-7FD58241745F}" destId="{2139D35D-57A1-4C83-BF32-17492972ECAF}" srcOrd="2" destOrd="0" presId="urn:microsoft.com/office/officeart/2005/8/layout/hierarchy1"/>
    <dgm:cxn modelId="{D3302727-F07D-46BB-827D-5CBA646301C0}" type="presParOf" srcId="{BD887B65-96F0-4165-A008-7FD58241745F}" destId="{0E1AE93C-146D-403A-844C-D76A658EB8D7}" srcOrd="3" destOrd="0" presId="urn:microsoft.com/office/officeart/2005/8/layout/hierarchy1"/>
    <dgm:cxn modelId="{E4C7A2C6-3BE6-4D44-A17B-F1B03B1C8155}" type="presParOf" srcId="{0E1AE93C-146D-403A-844C-D76A658EB8D7}" destId="{2D7E34B7-A846-426B-AF82-5BD9D76A9B49}" srcOrd="0" destOrd="0" presId="urn:microsoft.com/office/officeart/2005/8/layout/hierarchy1"/>
    <dgm:cxn modelId="{747E483D-C814-4D91-8782-A018088E859D}" type="presParOf" srcId="{2D7E34B7-A846-426B-AF82-5BD9D76A9B49}" destId="{E5CD992D-0D1A-4D99-B06E-FABF3F994817}" srcOrd="0" destOrd="0" presId="urn:microsoft.com/office/officeart/2005/8/layout/hierarchy1"/>
    <dgm:cxn modelId="{003A0840-F28D-4383-B295-F6B3ED940294}" type="presParOf" srcId="{2D7E34B7-A846-426B-AF82-5BD9D76A9B49}" destId="{8A590DBB-CC0F-4598-8A6D-1F1D30CFD844}" srcOrd="1" destOrd="0" presId="urn:microsoft.com/office/officeart/2005/8/layout/hierarchy1"/>
    <dgm:cxn modelId="{EE81CDDA-662E-4E56-B79E-90256DB8A858}" type="presParOf" srcId="{0E1AE93C-146D-403A-844C-D76A658EB8D7}" destId="{E1AEBE74-216A-4430-862C-20B482183786}" srcOrd="1" destOrd="0" presId="urn:microsoft.com/office/officeart/2005/8/layout/hierarchy1"/>
    <dgm:cxn modelId="{1BF2769B-AB77-4225-AB82-253F337CB775}" type="presParOf" srcId="{E1AEBE74-216A-4430-862C-20B482183786}" destId="{01BAB85A-DFEE-4FDB-B8FB-6AE544C910C7}" srcOrd="0" destOrd="0" presId="urn:microsoft.com/office/officeart/2005/8/layout/hierarchy1"/>
    <dgm:cxn modelId="{78F028B3-77F0-4E73-A151-AF6E0CE95BB2}" type="presParOf" srcId="{E1AEBE74-216A-4430-862C-20B482183786}" destId="{3EBAB084-73C6-425C-820B-E11AB144C8B8}" srcOrd="1" destOrd="0" presId="urn:microsoft.com/office/officeart/2005/8/layout/hierarchy1"/>
    <dgm:cxn modelId="{34F01393-499E-45D0-81D8-2756DE2CBCC7}" type="presParOf" srcId="{3EBAB084-73C6-425C-820B-E11AB144C8B8}" destId="{6EDC0841-6925-4B6D-9B4B-7265F7DC98BF}" srcOrd="0" destOrd="0" presId="urn:microsoft.com/office/officeart/2005/8/layout/hierarchy1"/>
    <dgm:cxn modelId="{50558E32-543F-4643-83B7-1A073B6F7B88}" type="presParOf" srcId="{6EDC0841-6925-4B6D-9B4B-7265F7DC98BF}" destId="{CA45EE89-610D-4461-BA5A-BD22939F118E}" srcOrd="0" destOrd="0" presId="urn:microsoft.com/office/officeart/2005/8/layout/hierarchy1"/>
    <dgm:cxn modelId="{9259FA2C-DA77-4893-BA87-13277F7FCBFE}" type="presParOf" srcId="{6EDC0841-6925-4B6D-9B4B-7265F7DC98BF}" destId="{2E8B7CA5-CF24-45EE-A1A5-D5195ED12362}" srcOrd="1" destOrd="0" presId="urn:microsoft.com/office/officeart/2005/8/layout/hierarchy1"/>
    <dgm:cxn modelId="{8F0FCF59-89AF-42C5-AC99-75A06A634C53}" type="presParOf" srcId="{3EBAB084-73C6-425C-820B-E11AB144C8B8}" destId="{99498292-6DF5-4972-A475-A57742A34455}" srcOrd="1" destOrd="0" presId="urn:microsoft.com/office/officeart/2005/8/layout/hierarchy1"/>
    <dgm:cxn modelId="{FA5F8332-5863-4671-B35B-E442B332A1FE}" type="presParOf" srcId="{BD887B65-96F0-4165-A008-7FD58241745F}" destId="{AEEA8348-FF68-4D74-A330-93825EA7D29F}" srcOrd="4" destOrd="0" presId="urn:microsoft.com/office/officeart/2005/8/layout/hierarchy1"/>
    <dgm:cxn modelId="{D5F06B4D-6D03-43B1-9E56-241BE241307E}" type="presParOf" srcId="{BD887B65-96F0-4165-A008-7FD58241745F}" destId="{2C2C10DC-76E4-4E5C-9773-F09DB6AA9FEF}" srcOrd="5" destOrd="0" presId="urn:microsoft.com/office/officeart/2005/8/layout/hierarchy1"/>
    <dgm:cxn modelId="{5FAFE49B-7246-4D22-A6F4-C3066E7CEAB6}" type="presParOf" srcId="{2C2C10DC-76E4-4E5C-9773-F09DB6AA9FEF}" destId="{2B26F4BD-86EA-41D1-826D-5F49D55C2BDE}" srcOrd="0" destOrd="0" presId="urn:microsoft.com/office/officeart/2005/8/layout/hierarchy1"/>
    <dgm:cxn modelId="{7BFC8D1A-B656-4BA9-ADEC-82A6E5891054}" type="presParOf" srcId="{2B26F4BD-86EA-41D1-826D-5F49D55C2BDE}" destId="{4A026C3A-C056-4394-8519-E9239F8693D0}" srcOrd="0" destOrd="0" presId="urn:microsoft.com/office/officeart/2005/8/layout/hierarchy1"/>
    <dgm:cxn modelId="{814FDE4A-A8B6-470C-ACC7-3EDDAC342AAC}" type="presParOf" srcId="{2B26F4BD-86EA-41D1-826D-5F49D55C2BDE}" destId="{7DF11B94-F09D-45A6-BCB8-D075DB6A3F2C}" srcOrd="1" destOrd="0" presId="urn:microsoft.com/office/officeart/2005/8/layout/hierarchy1"/>
    <dgm:cxn modelId="{05FE7DCE-43C7-4E9E-9B42-8D5C35FC8411}" type="presParOf" srcId="{2C2C10DC-76E4-4E5C-9773-F09DB6AA9FEF}" destId="{256E31E0-00FC-457C-AE04-A1BFC1222BB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BA37A5-D20F-40CA-A935-561F2AE51861}">
      <dsp:nvSpPr>
        <dsp:cNvPr id="0" name=""/>
        <dsp:cNvSpPr/>
      </dsp:nvSpPr>
      <dsp:spPr>
        <a:xfrm>
          <a:off x="3637990" y="1622142"/>
          <a:ext cx="2802958" cy="310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043"/>
              </a:lnTo>
              <a:lnTo>
                <a:pt x="2802958" y="155043"/>
              </a:lnTo>
              <a:lnTo>
                <a:pt x="2802958" y="3100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04F6FC-F789-4B9D-89AF-C2B82ACCEC83}">
      <dsp:nvSpPr>
        <dsp:cNvPr id="0" name=""/>
        <dsp:cNvSpPr/>
      </dsp:nvSpPr>
      <dsp:spPr>
        <a:xfrm>
          <a:off x="3637990" y="1622142"/>
          <a:ext cx="867089" cy="310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043"/>
              </a:lnTo>
              <a:lnTo>
                <a:pt x="867089" y="155043"/>
              </a:lnTo>
              <a:lnTo>
                <a:pt x="867089" y="3100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AF7ED2-2DB7-41D0-87A2-3EB8DD4D7D27}">
      <dsp:nvSpPr>
        <dsp:cNvPr id="0" name=""/>
        <dsp:cNvSpPr/>
      </dsp:nvSpPr>
      <dsp:spPr>
        <a:xfrm>
          <a:off x="2647102" y="1622142"/>
          <a:ext cx="990888" cy="310086"/>
        </a:xfrm>
        <a:custGeom>
          <a:avLst/>
          <a:gdLst/>
          <a:ahLst/>
          <a:cxnLst/>
          <a:rect l="0" t="0" r="0" b="0"/>
          <a:pathLst>
            <a:path>
              <a:moveTo>
                <a:pt x="990888" y="0"/>
              </a:moveTo>
              <a:lnTo>
                <a:pt x="990888" y="155043"/>
              </a:lnTo>
              <a:lnTo>
                <a:pt x="0" y="155043"/>
              </a:lnTo>
              <a:lnTo>
                <a:pt x="0" y="3100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D73026-405B-4478-8942-D19150E367EB}">
      <dsp:nvSpPr>
        <dsp:cNvPr id="0" name=""/>
        <dsp:cNvSpPr/>
      </dsp:nvSpPr>
      <dsp:spPr>
        <a:xfrm>
          <a:off x="791900" y="1622142"/>
          <a:ext cx="2846090" cy="310086"/>
        </a:xfrm>
        <a:custGeom>
          <a:avLst/>
          <a:gdLst/>
          <a:ahLst/>
          <a:cxnLst/>
          <a:rect l="0" t="0" r="0" b="0"/>
          <a:pathLst>
            <a:path>
              <a:moveTo>
                <a:pt x="2846090" y="0"/>
              </a:moveTo>
              <a:lnTo>
                <a:pt x="2846090" y="155043"/>
              </a:lnTo>
              <a:lnTo>
                <a:pt x="0" y="155043"/>
              </a:lnTo>
              <a:lnTo>
                <a:pt x="0" y="3100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CC41F4-A2B4-44B6-B637-6E81CE344AFD}">
      <dsp:nvSpPr>
        <dsp:cNvPr id="0" name=""/>
        <dsp:cNvSpPr/>
      </dsp:nvSpPr>
      <dsp:spPr>
        <a:xfrm>
          <a:off x="2899689" y="883841"/>
          <a:ext cx="1476601" cy="7383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Artificial Intelligence</a:t>
          </a:r>
        </a:p>
      </dsp:txBody>
      <dsp:txXfrm>
        <a:off x="2899689" y="883841"/>
        <a:ext cx="1476601" cy="738300"/>
      </dsp:txXfrm>
    </dsp:sp>
    <dsp:sp modelId="{E028C273-76C1-4AD9-9515-10D9A19E72B9}">
      <dsp:nvSpPr>
        <dsp:cNvPr id="0" name=""/>
        <dsp:cNvSpPr/>
      </dsp:nvSpPr>
      <dsp:spPr>
        <a:xfrm>
          <a:off x="1962" y="1932228"/>
          <a:ext cx="1579874" cy="8790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Machine Learning	</a:t>
          </a:r>
        </a:p>
      </dsp:txBody>
      <dsp:txXfrm>
        <a:off x="1962" y="1932228"/>
        <a:ext cx="1579874" cy="879035"/>
      </dsp:txXfrm>
    </dsp:sp>
    <dsp:sp modelId="{F91D5DBD-135B-40BB-A0AD-C66A4888D1C0}">
      <dsp:nvSpPr>
        <dsp:cNvPr id="0" name=""/>
        <dsp:cNvSpPr/>
      </dsp:nvSpPr>
      <dsp:spPr>
        <a:xfrm>
          <a:off x="1891924" y="1932228"/>
          <a:ext cx="1510356" cy="8494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Robotics</a:t>
          </a:r>
        </a:p>
      </dsp:txBody>
      <dsp:txXfrm>
        <a:off x="1891924" y="1932228"/>
        <a:ext cx="1510356" cy="849414"/>
      </dsp:txXfrm>
    </dsp:sp>
    <dsp:sp modelId="{A53A1D54-7109-4711-9081-5BD10443F063}">
      <dsp:nvSpPr>
        <dsp:cNvPr id="0" name=""/>
        <dsp:cNvSpPr/>
      </dsp:nvSpPr>
      <dsp:spPr>
        <a:xfrm>
          <a:off x="3712366" y="1932228"/>
          <a:ext cx="1585426" cy="9290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Natural Language Processing (NLP)</a:t>
          </a:r>
        </a:p>
      </dsp:txBody>
      <dsp:txXfrm>
        <a:off x="3712366" y="1932228"/>
        <a:ext cx="1585426" cy="929033"/>
      </dsp:txXfrm>
    </dsp:sp>
    <dsp:sp modelId="{37E7DCD5-3B9E-4C3D-B935-937D56DFE9E5}">
      <dsp:nvSpPr>
        <dsp:cNvPr id="0" name=""/>
        <dsp:cNvSpPr/>
      </dsp:nvSpPr>
      <dsp:spPr>
        <a:xfrm>
          <a:off x="5607880" y="1932228"/>
          <a:ext cx="1666137" cy="9603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Computer Vision/Sensory Data Understanding</a:t>
          </a:r>
        </a:p>
      </dsp:txBody>
      <dsp:txXfrm>
        <a:off x="5607880" y="1932228"/>
        <a:ext cx="1666137" cy="9603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EA8348-FF68-4D74-A330-93825EA7D29F}">
      <dsp:nvSpPr>
        <dsp:cNvPr id="0" name=""/>
        <dsp:cNvSpPr/>
      </dsp:nvSpPr>
      <dsp:spPr>
        <a:xfrm>
          <a:off x="3366789" y="1188977"/>
          <a:ext cx="1948160" cy="3708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729"/>
              </a:lnTo>
              <a:lnTo>
                <a:pt x="1948160" y="252729"/>
              </a:lnTo>
              <a:lnTo>
                <a:pt x="1948160" y="3708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BAB85A-DFEE-4FDB-B8FB-6AE544C910C7}">
      <dsp:nvSpPr>
        <dsp:cNvPr id="0" name=""/>
        <dsp:cNvSpPr/>
      </dsp:nvSpPr>
      <dsp:spPr>
        <a:xfrm>
          <a:off x="3710701" y="2369563"/>
          <a:ext cx="91440" cy="3708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085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39D35D-57A1-4C83-BF32-17492972ECAF}">
      <dsp:nvSpPr>
        <dsp:cNvPr id="0" name=""/>
        <dsp:cNvSpPr/>
      </dsp:nvSpPr>
      <dsp:spPr>
        <a:xfrm>
          <a:off x="3366789" y="1188977"/>
          <a:ext cx="389632" cy="3708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729"/>
              </a:lnTo>
              <a:lnTo>
                <a:pt x="389632" y="252729"/>
              </a:lnTo>
              <a:lnTo>
                <a:pt x="389632" y="3708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B4233E-7B16-4C71-B1C7-29CC5E2B4BBD}">
      <dsp:nvSpPr>
        <dsp:cNvPr id="0" name=""/>
        <dsp:cNvSpPr/>
      </dsp:nvSpPr>
      <dsp:spPr>
        <a:xfrm>
          <a:off x="1418629" y="2369563"/>
          <a:ext cx="779264" cy="3708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729"/>
              </a:lnTo>
              <a:lnTo>
                <a:pt x="779264" y="252729"/>
              </a:lnTo>
              <a:lnTo>
                <a:pt x="779264" y="37085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7CB358-EC9B-49D6-B8ED-1785EBFEC116}">
      <dsp:nvSpPr>
        <dsp:cNvPr id="0" name=""/>
        <dsp:cNvSpPr/>
      </dsp:nvSpPr>
      <dsp:spPr>
        <a:xfrm>
          <a:off x="639365" y="2369563"/>
          <a:ext cx="779264" cy="370858"/>
        </a:xfrm>
        <a:custGeom>
          <a:avLst/>
          <a:gdLst/>
          <a:ahLst/>
          <a:cxnLst/>
          <a:rect l="0" t="0" r="0" b="0"/>
          <a:pathLst>
            <a:path>
              <a:moveTo>
                <a:pt x="779264" y="0"/>
              </a:moveTo>
              <a:lnTo>
                <a:pt x="779264" y="252729"/>
              </a:lnTo>
              <a:lnTo>
                <a:pt x="0" y="252729"/>
              </a:lnTo>
              <a:lnTo>
                <a:pt x="0" y="37085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3D8E35-55DB-403E-998A-0904291572BD}">
      <dsp:nvSpPr>
        <dsp:cNvPr id="0" name=""/>
        <dsp:cNvSpPr/>
      </dsp:nvSpPr>
      <dsp:spPr>
        <a:xfrm>
          <a:off x="1418629" y="1188977"/>
          <a:ext cx="1948160" cy="370858"/>
        </a:xfrm>
        <a:custGeom>
          <a:avLst/>
          <a:gdLst/>
          <a:ahLst/>
          <a:cxnLst/>
          <a:rect l="0" t="0" r="0" b="0"/>
          <a:pathLst>
            <a:path>
              <a:moveTo>
                <a:pt x="1948160" y="0"/>
              </a:moveTo>
              <a:lnTo>
                <a:pt x="1948160" y="252729"/>
              </a:lnTo>
              <a:lnTo>
                <a:pt x="0" y="252729"/>
              </a:lnTo>
              <a:lnTo>
                <a:pt x="0" y="3708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CE44CC-A816-4770-BDF8-4930F9679897}">
      <dsp:nvSpPr>
        <dsp:cNvPr id="0" name=""/>
        <dsp:cNvSpPr/>
      </dsp:nvSpPr>
      <dsp:spPr>
        <a:xfrm>
          <a:off x="2729210" y="379251"/>
          <a:ext cx="1275159" cy="8097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149DB0-D7B0-48FE-B628-888BD0A37FEC}">
      <dsp:nvSpPr>
        <dsp:cNvPr id="0" name=""/>
        <dsp:cNvSpPr/>
      </dsp:nvSpPr>
      <dsp:spPr>
        <a:xfrm>
          <a:off x="2870894" y="513851"/>
          <a:ext cx="1275159" cy="8097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7030A0"/>
              </a:solidFill>
            </a:rPr>
            <a:t>Machine Learning</a:t>
          </a:r>
        </a:p>
      </dsp:txBody>
      <dsp:txXfrm>
        <a:off x="2894610" y="537567"/>
        <a:ext cx="1227727" cy="762294"/>
      </dsp:txXfrm>
    </dsp:sp>
    <dsp:sp modelId="{0273F748-5DF3-4426-80A7-75979F7DEF14}">
      <dsp:nvSpPr>
        <dsp:cNvPr id="0" name=""/>
        <dsp:cNvSpPr/>
      </dsp:nvSpPr>
      <dsp:spPr>
        <a:xfrm>
          <a:off x="781050" y="1559836"/>
          <a:ext cx="1275159" cy="8097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58F31-0D2B-47DC-B1F9-EEBCF0B7C269}">
      <dsp:nvSpPr>
        <dsp:cNvPr id="0" name=""/>
        <dsp:cNvSpPr/>
      </dsp:nvSpPr>
      <dsp:spPr>
        <a:xfrm>
          <a:off x="922734" y="1694436"/>
          <a:ext cx="1275159" cy="8097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7030A0"/>
              </a:solidFill>
            </a:rPr>
            <a:t>Supervised</a:t>
          </a:r>
        </a:p>
      </dsp:txBody>
      <dsp:txXfrm>
        <a:off x="946450" y="1718152"/>
        <a:ext cx="1227727" cy="762294"/>
      </dsp:txXfrm>
    </dsp:sp>
    <dsp:sp modelId="{89EBE9FC-F102-4679-83D5-DBDF56C95431}">
      <dsp:nvSpPr>
        <dsp:cNvPr id="0" name=""/>
        <dsp:cNvSpPr/>
      </dsp:nvSpPr>
      <dsp:spPr>
        <a:xfrm>
          <a:off x="1785" y="2740421"/>
          <a:ext cx="1275159" cy="8097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3D2F6-EE83-497A-9951-F0F6BFF02CF1}">
      <dsp:nvSpPr>
        <dsp:cNvPr id="0" name=""/>
        <dsp:cNvSpPr/>
      </dsp:nvSpPr>
      <dsp:spPr>
        <a:xfrm>
          <a:off x="143470" y="2875022"/>
          <a:ext cx="1275159" cy="8097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7030A0"/>
              </a:solidFill>
            </a:rPr>
            <a:t>Regression</a:t>
          </a:r>
        </a:p>
      </dsp:txBody>
      <dsp:txXfrm>
        <a:off x="167186" y="2898738"/>
        <a:ext cx="1227727" cy="762294"/>
      </dsp:txXfrm>
    </dsp:sp>
    <dsp:sp modelId="{0A26B4CF-07C1-4E4A-803A-260E31F1C7D0}">
      <dsp:nvSpPr>
        <dsp:cNvPr id="0" name=""/>
        <dsp:cNvSpPr/>
      </dsp:nvSpPr>
      <dsp:spPr>
        <a:xfrm>
          <a:off x="1560314" y="2740421"/>
          <a:ext cx="1275159" cy="8097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1849E-C03B-43FD-B7DF-025A944455A6}">
      <dsp:nvSpPr>
        <dsp:cNvPr id="0" name=""/>
        <dsp:cNvSpPr/>
      </dsp:nvSpPr>
      <dsp:spPr>
        <a:xfrm>
          <a:off x="1701998" y="2875022"/>
          <a:ext cx="1275159" cy="8097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7030A0"/>
              </a:solidFill>
            </a:rPr>
            <a:t>Classification</a:t>
          </a:r>
        </a:p>
      </dsp:txBody>
      <dsp:txXfrm>
        <a:off x="1725714" y="2898738"/>
        <a:ext cx="1227727" cy="762294"/>
      </dsp:txXfrm>
    </dsp:sp>
    <dsp:sp modelId="{E5CD992D-0D1A-4D99-B06E-FABF3F994817}">
      <dsp:nvSpPr>
        <dsp:cNvPr id="0" name=""/>
        <dsp:cNvSpPr/>
      </dsp:nvSpPr>
      <dsp:spPr>
        <a:xfrm>
          <a:off x="3118842" y="1559836"/>
          <a:ext cx="1275159" cy="8097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90DBB-CC0F-4598-8A6D-1F1D30CFD844}">
      <dsp:nvSpPr>
        <dsp:cNvPr id="0" name=""/>
        <dsp:cNvSpPr/>
      </dsp:nvSpPr>
      <dsp:spPr>
        <a:xfrm>
          <a:off x="3260526" y="1694436"/>
          <a:ext cx="1275159" cy="8097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7030A0"/>
              </a:solidFill>
            </a:rPr>
            <a:t>Unsupervised</a:t>
          </a:r>
        </a:p>
      </dsp:txBody>
      <dsp:txXfrm>
        <a:off x="3284242" y="1718152"/>
        <a:ext cx="1227727" cy="762294"/>
      </dsp:txXfrm>
    </dsp:sp>
    <dsp:sp modelId="{CA45EE89-610D-4461-BA5A-BD22939F118E}">
      <dsp:nvSpPr>
        <dsp:cNvPr id="0" name=""/>
        <dsp:cNvSpPr/>
      </dsp:nvSpPr>
      <dsp:spPr>
        <a:xfrm>
          <a:off x="3118842" y="2740421"/>
          <a:ext cx="1275159" cy="8097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B7CA5-CF24-45EE-A1A5-D5195ED12362}">
      <dsp:nvSpPr>
        <dsp:cNvPr id="0" name=""/>
        <dsp:cNvSpPr/>
      </dsp:nvSpPr>
      <dsp:spPr>
        <a:xfrm>
          <a:off x="3260526" y="2875022"/>
          <a:ext cx="1275159" cy="8097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7030A0"/>
              </a:solidFill>
            </a:rPr>
            <a:t>Clustering</a:t>
          </a:r>
        </a:p>
      </dsp:txBody>
      <dsp:txXfrm>
        <a:off x="3284242" y="2898738"/>
        <a:ext cx="1227727" cy="762294"/>
      </dsp:txXfrm>
    </dsp:sp>
    <dsp:sp modelId="{4A026C3A-C056-4394-8519-E9239F8693D0}">
      <dsp:nvSpPr>
        <dsp:cNvPr id="0" name=""/>
        <dsp:cNvSpPr/>
      </dsp:nvSpPr>
      <dsp:spPr>
        <a:xfrm>
          <a:off x="4677370" y="1559836"/>
          <a:ext cx="1275159" cy="8097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11B94-F09D-45A6-BCB8-D075DB6A3F2C}">
      <dsp:nvSpPr>
        <dsp:cNvPr id="0" name=""/>
        <dsp:cNvSpPr/>
      </dsp:nvSpPr>
      <dsp:spPr>
        <a:xfrm>
          <a:off x="4819054" y="1694436"/>
          <a:ext cx="1275159" cy="8097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7030A0"/>
              </a:solidFill>
            </a:rPr>
            <a:t>Reinforcement</a:t>
          </a:r>
        </a:p>
      </dsp:txBody>
      <dsp:txXfrm>
        <a:off x="4842770" y="1718152"/>
        <a:ext cx="1227727" cy="7622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89174-0C70-4427-A36C-CB273368F341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BE857-A1CF-40C2-A001-DB4204CA3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06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B4FC7A-AA64-4692-B825-8AB9B300AC8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233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efba2f7f4_0_1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eefba2f7f4_0_1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eefba2f7f4_0_1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eefba2f7f4_0_1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eefba2f7f4_0_1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eefba2f7f4_0_1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efba2f7f4_0_1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eefba2f7f4_0_1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efed719c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efed719c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839D-6FDD-EF38-E7E8-A5FED24C2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EDC3C5-646F-91F7-62DC-378B91813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DA50F-3A4B-E56A-B60B-BB7F555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F911-1CFC-4EEF-BC69-DD7C0B5EE27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41D23-1446-533A-2236-D75CAD97B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E7E47-E79E-3EDB-925E-25C18E5B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9C88-AA73-4AA9-998C-C0FB0880E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280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61F3E-C83D-9814-1BA9-51D6F4C66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993DF-C4DE-E8AE-89EC-DFE215B51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DC34A-73A5-4F10-03CE-426EF3AA1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F911-1CFC-4EEF-BC69-DD7C0B5EE27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4AF5C-39C4-BD38-5ACD-918C2F20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8866C-D358-C74B-F76E-E7FB28C6A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9C88-AA73-4AA9-998C-C0FB0880E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87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C62C-FBC7-EA7F-BCEE-66B2E4E2E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432CB-F233-8D26-2F02-C1AECD849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AC328-4E8E-E97A-4795-878DC77D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F911-1CFC-4EEF-BC69-DD7C0B5EE27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A8884-19D5-AEE2-632B-17FA66C6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85DDD-C62B-0F3C-52AA-751B3C68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9C88-AA73-4AA9-998C-C0FB0880E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976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F51A-10B2-CA32-282B-C95339934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6B5BE-7B0F-081D-2B03-3449F35587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3C663-2AA8-EF9E-2789-C4CC1A7A3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389EC-3CD9-AD60-B14F-9A93DA65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F911-1CFC-4EEF-BC69-DD7C0B5EE27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9AFF7-D07F-1661-E94F-F2187DDC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0E240-52DD-74E1-E3DC-C7BE2B7F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9C88-AA73-4AA9-998C-C0FB0880E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0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E8D57-8EE4-AF9E-9B99-858D8828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3FEF8-B240-A03D-0227-D12D30BAF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3DCEF-4730-EB0B-9CA8-D4324A031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55103F-9583-E04C-1FFC-9FBED148B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94EA67-41E1-0A60-45D4-BB261EE89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A348C3-753C-8BAF-A0BD-83AB08BFB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F911-1CFC-4EEF-BC69-DD7C0B5EE27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1E0964-83AC-9AAC-269C-69E192F0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B5E869-4E79-155F-6290-60D1F01B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9C88-AA73-4AA9-998C-C0FB0880E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78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39023-9DDB-F746-8126-B8EB6355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3E283-18F5-AB58-CB19-A06ED0D81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F911-1CFC-4EEF-BC69-DD7C0B5EE27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EAA0E-75D2-CC80-1614-7FB80340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3378C-20FB-CF0F-2E03-09D9E875C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9C88-AA73-4AA9-998C-C0FB0880E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43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F0F077-9494-9CA2-F8D8-DF2CE4622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F911-1CFC-4EEF-BC69-DD7C0B5EE27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6AF7E5-8520-867D-93DD-83AA5ACF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03672-9A8F-8AC2-79B0-8AE3E5AD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9C88-AA73-4AA9-998C-C0FB0880E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0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3447-CABF-5DD0-F147-519530F1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33449-F5A3-9393-49F1-D3E734D92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DA70C-62E0-81F7-48ED-3FC873407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CEBB1-8DB7-881E-241E-8D567913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F911-1CFC-4EEF-BC69-DD7C0B5EE27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BF5C8-C554-74C1-0794-1D6A40F9F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FE108-9645-6694-2162-88F2F1DB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9C88-AA73-4AA9-998C-C0FB0880E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2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971B8-515C-9FD2-0FE2-5893D52A1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418BFC-C0EF-B219-6B7F-0A47F840E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93688C-FFC8-D292-75FD-B29D801FC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6E62C-787F-4F8C-665C-30F84017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F911-1CFC-4EEF-BC69-DD7C0B5EE27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0D65A-9EAB-5D6E-1EF3-D00C3096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F789F-5899-A0DD-29C2-538EEB9F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9C88-AA73-4AA9-998C-C0FB0880E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53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7AF60-64AA-363B-33AD-F59067C7F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8D7BB5-BDD5-E3D7-95AC-2C25D971F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2A76F-57A5-7D46-2CA0-1BDC65E3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F911-1CFC-4EEF-BC69-DD7C0B5EE27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5523E-E1C6-8285-A6F3-728F94276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133B5-8CBB-6B69-F993-92E802E1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9C88-AA73-4AA9-998C-C0FB0880E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31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F43C20-5FF4-BE80-5F4E-9D5E7CAA0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766389-E70F-A14C-6670-27EA8F56D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8682-455B-1D7F-5EEA-F48506F0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F911-1CFC-4EEF-BC69-DD7C0B5EE27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20A52-A538-BD1D-D1D2-DA2A35100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838DC-B450-9579-30E1-6683783B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E9C88-AA73-4AA9-998C-C0FB0880E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62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100" y="6727600"/>
            <a:ext cx="12192000" cy="13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15600" y="1688433"/>
            <a:ext cx="11360800" cy="44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57063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9AA69-ED1B-A69F-8F45-5A7F8C93B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562F3-D03F-6F5F-CFEF-B9531368F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EA92F-2306-636A-4FDC-1D1CA2628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2F911-1CFC-4EEF-BC69-DD7C0B5EE27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9974-E745-BEBA-0E32-A7A03A185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20E1A-79AA-4C60-871C-A067420A0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E9C88-AA73-4AA9-998C-C0FB0880E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53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iro.medium.com/v2/resize:fit:4800/format:webp/0*TAjr_sqKXtrHQ92f.pn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dn-gcp.new.marutitech.com/small_RL_1_3932c27f5d.jpg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mages.datacamp.com/image/upload/v1662709040/Marketing/Blog/Machine_Learning_Workflow.pdf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theboredhuman/the-essence-of-machine-learning-is-function-estimation-c3a773c841ce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2CD1-B6BB-8030-2277-75343DB4AB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97C4EE-1FCB-180F-A6C7-8149651830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27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00" y="1814023"/>
            <a:ext cx="11360800" cy="4403600"/>
          </a:xfrm>
        </p:spPr>
        <p:txBody>
          <a:bodyPr/>
          <a:lstStyle/>
          <a:p>
            <a:pPr marL="152396" indent="0">
              <a:buNone/>
            </a:pPr>
            <a:endParaRPr lang="en-US" b="1" u="sng" dirty="0">
              <a:solidFill>
                <a:srgbClr val="00B050"/>
              </a:solidFill>
            </a:endParaRPr>
          </a:p>
          <a:p>
            <a:endParaRPr lang="en-US" b="1" u="sng" dirty="0">
              <a:solidFill>
                <a:srgbClr val="00B050"/>
              </a:solidFill>
            </a:endParaRPr>
          </a:p>
          <a:p>
            <a:endParaRPr lang="en-US" b="1" u="sng" dirty="0">
              <a:solidFill>
                <a:srgbClr val="00B050"/>
              </a:solidFill>
            </a:endParaRPr>
          </a:p>
          <a:p>
            <a:endParaRPr lang="en-US" b="1" u="sng" dirty="0">
              <a:solidFill>
                <a:srgbClr val="00B050"/>
              </a:solidFill>
            </a:endParaRPr>
          </a:p>
          <a:p>
            <a:r>
              <a:rPr lang="en-US" b="1" u="sng" dirty="0">
                <a:solidFill>
                  <a:srgbClr val="00B050"/>
                </a:solidFill>
                <a:latin typeface="+mj-lt"/>
              </a:rPr>
              <a:t>Algorithms</a:t>
            </a:r>
            <a:r>
              <a:rPr lang="en-US" dirty="0">
                <a:latin typeface="+mj-lt"/>
              </a:rPr>
              <a:t> Enabled by</a:t>
            </a:r>
          </a:p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Representation</a:t>
            </a:r>
            <a:r>
              <a:rPr lang="en-US" dirty="0">
                <a:latin typeface="+mj-lt"/>
              </a:rPr>
              <a:t> that support</a:t>
            </a:r>
          </a:p>
          <a:p>
            <a:r>
              <a:rPr lang="en-US" b="1" u="sng" dirty="0">
                <a:solidFill>
                  <a:schemeClr val="accent2"/>
                </a:solidFill>
                <a:latin typeface="+mj-lt"/>
              </a:rPr>
              <a:t>Models</a:t>
            </a:r>
            <a:r>
              <a:rPr lang="en-US" dirty="0">
                <a:latin typeface="+mj-lt"/>
              </a:rPr>
              <a:t> targeted at</a:t>
            </a:r>
          </a:p>
          <a:p>
            <a:r>
              <a:rPr lang="en-US" b="1" u="sng" dirty="0">
                <a:solidFill>
                  <a:schemeClr val="accent1"/>
                </a:solidFill>
                <a:latin typeface="+mj-lt"/>
              </a:rPr>
              <a:t>Thinking</a:t>
            </a:r>
            <a:r>
              <a:rPr lang="en-US" dirty="0">
                <a:latin typeface="+mj-lt"/>
              </a:rPr>
              <a:t> </a:t>
            </a:r>
            <a:r>
              <a:rPr lang="en-US" b="1" u="sng" dirty="0">
                <a:solidFill>
                  <a:srgbClr val="00B050"/>
                </a:solidFill>
                <a:latin typeface="+mj-lt"/>
              </a:rPr>
              <a:t>Perception</a:t>
            </a:r>
            <a:r>
              <a:rPr lang="en-US" dirty="0">
                <a:latin typeface="+mj-lt"/>
              </a:rPr>
              <a:t> and </a:t>
            </a:r>
            <a:r>
              <a:rPr lang="en-US" b="1" u="sng" dirty="0">
                <a:solidFill>
                  <a:srgbClr val="7030A0"/>
                </a:solidFill>
                <a:latin typeface="+mj-lt"/>
              </a:rPr>
              <a:t>Action</a:t>
            </a:r>
            <a:r>
              <a:rPr lang="en-US" dirty="0">
                <a:solidFill>
                  <a:srgbClr val="7030A0"/>
                </a:solidFill>
                <a:latin typeface="+mj-lt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035E-7022-417F-B400-49721109637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D1D766C4-0EFD-49A1-B20D-DE5D23B45668}"/>
              </a:ext>
            </a:extLst>
          </p:cNvPr>
          <p:cNvSpPr/>
          <p:nvPr/>
        </p:nvSpPr>
        <p:spPr>
          <a:xfrm>
            <a:off x="1129871" y="1536567"/>
            <a:ext cx="5080000" cy="16256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TwitterChirp"/>
              </a:rPr>
              <a:t>"</a:t>
            </a:r>
            <a:r>
              <a:rPr lang="en-US" sz="2400" b="1" dirty="0">
                <a:solidFill>
                  <a:srgbClr val="002060"/>
                </a:solidFill>
                <a:latin typeface="+mj-lt"/>
              </a:rPr>
              <a:t>AI began with an ancient wish to forge the gods.” 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+mj-lt"/>
              </a:rPr>
              <a:t>Pamela McCorduck 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+mj-lt"/>
              </a:rPr>
              <a:t>Machines Who Think, 1979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700E3004-597A-4AC2-9178-7CBC0ED2694B}"/>
              </a:ext>
            </a:extLst>
          </p:cNvPr>
          <p:cNvSpPr/>
          <p:nvPr/>
        </p:nvSpPr>
        <p:spPr>
          <a:xfrm>
            <a:off x="6582411" y="1577423"/>
            <a:ext cx="5080000" cy="16256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witterChirp"/>
              </a:rPr>
              <a:t>"</a:t>
            </a:r>
            <a:r>
              <a:rPr lang="en-US" sz="2400" b="1" dirty="0">
                <a:solidFill>
                  <a:srgbClr val="002060"/>
                </a:solidFill>
                <a:latin typeface="+mj-lt"/>
              </a:rPr>
              <a:t>AI is attempt to understand our mind and recreate echoes of it in machines.” 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+mj-lt"/>
              </a:rPr>
              <a:t>Lex Fridman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035E-7022-417F-B400-49721109637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1024128" y="4773170"/>
            <a:ext cx="4919472" cy="162763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Artificial General Intelligence (AGI) is a type of artificial intelligence that has the </a:t>
            </a:r>
            <a:r>
              <a:rPr lang="en-US" sz="2000" b="1" u="sng" dirty="0">
                <a:solidFill>
                  <a:srgbClr val="002060"/>
                </a:solidFill>
              </a:rPr>
              <a:t>ability to understand or learn any intellectual task that a human being can</a:t>
            </a:r>
            <a:r>
              <a:rPr lang="en-US" sz="2000" b="1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9270" y="4773170"/>
            <a:ext cx="5117340" cy="162763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2060"/>
                </a:solidFill>
              </a:rPr>
              <a:t>Narrow intelligence, also known as weak AI, is a type of artificial intelligence that is </a:t>
            </a:r>
            <a:r>
              <a:rPr lang="en-US" sz="2000" b="1" u="sng" dirty="0">
                <a:solidFill>
                  <a:srgbClr val="002060"/>
                </a:solidFill>
              </a:rPr>
              <a:t>only capable of understanding or learning specific tasks within its area of expertise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4A4D27-E610-4754-ABBF-C06087BB519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847" y="1787083"/>
            <a:ext cx="4415412" cy="2847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hatGPT Logo and symbol, meaning, history, sign.">
            <a:extLst>
              <a:ext uri="{FF2B5EF4-FFF2-40B4-BE49-F238E27FC236}">
                <a16:creationId xmlns:a16="http://schemas.microsoft.com/office/drawing/2014/main" id="{1AB0E4B1-AB3E-4456-96DD-58D1ACA8313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886" y="1757405"/>
            <a:ext cx="4754033" cy="2674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"/>
              <a:t>Branches of AI</a:t>
            </a:r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  <p:graphicFrame>
        <p:nvGraphicFramePr>
          <p:cNvPr id="5" name="Content Placeholder 7">
            <a:extLst>
              <a:ext uri="{FF2B5EF4-FFF2-40B4-BE49-F238E27FC236}">
                <a16:creationId xmlns:a16="http://schemas.microsoft.com/office/drawing/2014/main" id="{A40ED497-9A18-4382-B9D9-35C01E4F5D4C}"/>
              </a:ext>
            </a:extLst>
          </p:cNvPr>
          <p:cNvGraphicFramePr>
            <a:graphicFrameLocks/>
          </p:cNvGraphicFramePr>
          <p:nvPr/>
        </p:nvGraphicFramePr>
        <p:xfrm>
          <a:off x="1486646" y="1473147"/>
          <a:ext cx="9701308" cy="5035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"/>
              <a:t>AI, ML and DL</a:t>
            </a:r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518" y="6197600"/>
            <a:ext cx="10909300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276695A1-F1B0-4E26-84E0-A679C8BD7D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696" y="1380565"/>
            <a:ext cx="4890904" cy="50459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"/>
              <a:t>Traditional Computing Vs Machine Learning</a:t>
            </a:r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0467" y="1631333"/>
            <a:ext cx="94361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3733" y="3868967"/>
            <a:ext cx="7243904" cy="235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"/>
              <a:t>Classification of ML Algorithms</a:t>
            </a:r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6BDEE0E-83BB-4310-AE0F-26DF66E59C82}"/>
              </a:ext>
            </a:extLst>
          </p:cNvPr>
          <p:cNvGraphicFramePr/>
          <p:nvPr/>
        </p:nvGraphicFramePr>
        <p:xfrm>
          <a:off x="1969247" y="116776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7BEA-67E6-4EF1-9206-39399F544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Regression Vs Classification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15E4EA-3FF0-466B-B8F9-FED5C1EC34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3F184-9875-455B-85B2-6C9256A1C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128" y="1406878"/>
            <a:ext cx="6059745" cy="24441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B37D27-6997-40B7-AA27-0719F4C76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961" y="3844721"/>
            <a:ext cx="5994393" cy="245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46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EC08-F467-4ED0-BAD7-989EF6709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Clustering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DD78C0-DB10-466E-A865-95A3C6DD80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pic>
        <p:nvPicPr>
          <p:cNvPr id="2050" name="Picture 2" descr="K-means Clustering for Customer Segmentations: A Practical Real-world  Example | by Shiyu Gong | Medium">
            <a:extLst>
              <a:ext uri="{FF2B5EF4-FFF2-40B4-BE49-F238E27FC236}">
                <a16:creationId xmlns:a16="http://schemas.microsoft.com/office/drawing/2014/main" id="{53B9D4F6-79BD-4628-AE5D-420D01AF8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442571"/>
            <a:ext cx="10693400" cy="424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503F96-3CC2-4999-9763-85EF308BFACD}"/>
              </a:ext>
            </a:extLst>
          </p:cNvPr>
          <p:cNvSpPr txBox="1"/>
          <p:nvPr/>
        </p:nvSpPr>
        <p:spPr>
          <a:xfrm>
            <a:off x="1021976" y="5889812"/>
            <a:ext cx="10274635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7" i="1" dirty="0"/>
              <a:t>Image Source: </a:t>
            </a:r>
            <a:r>
              <a:rPr lang="en-US" sz="1467" i="1" dirty="0">
                <a:hlinkClick r:id="rId3"/>
              </a:rPr>
              <a:t>https://miro.medium.com/v2/resize:fit:4800/format:webp/0*TAjr_sqKXtrHQ92f.png</a:t>
            </a:r>
            <a:r>
              <a:rPr lang="en-US" sz="1467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1175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F3D9-94DC-42AF-8DF0-65F410D4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Reinforcement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644CEF-7BA3-44EC-BDAC-384424CF35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pic>
        <p:nvPicPr>
          <p:cNvPr id="3074" name="Picture 2" descr="Reinforcement learning in business">
            <a:extLst>
              <a:ext uri="{FF2B5EF4-FFF2-40B4-BE49-F238E27FC236}">
                <a16:creationId xmlns:a16="http://schemas.microsoft.com/office/drawing/2014/main" id="{A642EC5C-AC36-4C8A-AE87-2BD2E8CC3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246" y="1464825"/>
            <a:ext cx="5501509" cy="392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802F0B-BF32-4AD0-96F6-A4E834DF22DB}"/>
              </a:ext>
            </a:extLst>
          </p:cNvPr>
          <p:cNvSpPr txBox="1"/>
          <p:nvPr/>
        </p:nvSpPr>
        <p:spPr>
          <a:xfrm>
            <a:off x="2994212" y="5737413"/>
            <a:ext cx="73152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i="1" dirty="0"/>
              <a:t>Image Source: </a:t>
            </a:r>
            <a:r>
              <a:rPr lang="en-US" sz="1333" i="1" dirty="0">
                <a:hlinkClick r:id="rId3"/>
              </a:rPr>
              <a:t>https://cdn-gcp.new.marutitech.com/small_RL_1_3932c27f5d.jpg</a:t>
            </a:r>
            <a:r>
              <a:rPr lang="en-US" sz="1333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7446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53B5-B048-48D7-9BDF-FCBDD5CF5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Machine Learning Workflow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CB59A6-ED15-4318-9F84-E22C8B2B8B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7EA1EF-7F50-4046-B132-491333A39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722" y="1791061"/>
            <a:ext cx="10172557" cy="41720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FE5220-349B-449A-A93E-1DCF4946C9BB}"/>
              </a:ext>
            </a:extLst>
          </p:cNvPr>
          <p:cNvSpPr txBox="1"/>
          <p:nvPr/>
        </p:nvSpPr>
        <p:spPr>
          <a:xfrm>
            <a:off x="672353" y="6264634"/>
            <a:ext cx="10775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Image Source: </a:t>
            </a:r>
            <a:r>
              <a:rPr lang="en-US" sz="1200" i="1" dirty="0">
                <a:hlinkClick r:id="rId3"/>
              </a:rPr>
              <a:t>https://images.datacamp.com/image/upload/v1662709040/Marketing/Blog/Machine_Learning_Workflow.pdf</a:t>
            </a:r>
            <a:r>
              <a:rPr lang="en-US" sz="12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1337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/>
            <a:r>
              <a:rPr lang="en" dirty="0"/>
              <a:t>Meaning of Training a Model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C2C46-A2FF-4699-A11D-4F6859034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we have following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want to Predict Life Satisfaction when GDP per Capita is given</a:t>
            </a:r>
          </a:p>
        </p:txBody>
      </p:sp>
      <p:sp>
        <p:nvSpPr>
          <p:cNvPr id="186" name="Google Shape;186;p2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12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DCD2E9-2205-46B1-881A-163FDECB8F9A}"/>
              </a:ext>
            </a:extLst>
          </p:cNvPr>
          <p:cNvGraphicFramePr>
            <a:graphicFrameLocks noGrp="1"/>
          </p:cNvGraphicFramePr>
          <p:nvPr/>
        </p:nvGraphicFramePr>
        <p:xfrm>
          <a:off x="3538568" y="2383989"/>
          <a:ext cx="5114864" cy="2090023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959037">
                  <a:extLst>
                    <a:ext uri="{9D8B030D-6E8A-4147-A177-3AD203B41FA5}">
                      <a16:colId xmlns:a16="http://schemas.microsoft.com/office/drawing/2014/main" val="3319821247"/>
                    </a:ext>
                  </a:extLst>
                </a:gridCol>
                <a:gridCol w="2351924">
                  <a:extLst>
                    <a:ext uri="{9D8B030D-6E8A-4147-A177-3AD203B41FA5}">
                      <a16:colId xmlns:a16="http://schemas.microsoft.com/office/drawing/2014/main" val="3931068668"/>
                    </a:ext>
                  </a:extLst>
                </a:gridCol>
                <a:gridCol w="1803903">
                  <a:extLst>
                    <a:ext uri="{9D8B030D-6E8A-4147-A177-3AD203B41FA5}">
                      <a16:colId xmlns:a16="http://schemas.microsoft.com/office/drawing/2014/main" val="1383342510"/>
                    </a:ext>
                  </a:extLst>
                </a:gridCol>
              </a:tblGrid>
              <a:tr h="459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Country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GDP per capita (USD)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Life satisfaction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2223853"/>
                  </a:ext>
                </a:extLst>
              </a:tr>
              <a:tr h="459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solidFill>
                            <a:srgbClr val="0070C0"/>
                          </a:solidFill>
                          <a:effectLst/>
                        </a:rPr>
                        <a:t>Russia</a:t>
                      </a:r>
                      <a:endParaRPr lang="en-US" sz="15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solidFill>
                            <a:srgbClr val="0070C0"/>
                          </a:solidFill>
                          <a:effectLst/>
                        </a:rPr>
                        <a:t> $                    26,456.39 </a:t>
                      </a:r>
                      <a:endParaRPr lang="en-US" sz="15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solidFill>
                            <a:srgbClr val="0070C0"/>
                          </a:solidFill>
                          <a:effectLst/>
                        </a:rPr>
                        <a:t>5.8</a:t>
                      </a:r>
                      <a:endParaRPr lang="en-US" sz="15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448045"/>
                  </a:ext>
                </a:extLst>
              </a:tr>
              <a:tr h="459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solidFill>
                            <a:srgbClr val="0070C0"/>
                          </a:solidFill>
                          <a:effectLst/>
                        </a:rPr>
                        <a:t>Greece</a:t>
                      </a:r>
                      <a:endParaRPr lang="en-US" sz="15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solidFill>
                            <a:srgbClr val="0070C0"/>
                          </a:solidFill>
                          <a:effectLst/>
                        </a:rPr>
                        <a:t> $                    27,287.08 </a:t>
                      </a:r>
                      <a:endParaRPr lang="en-US" sz="15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solidFill>
                            <a:srgbClr val="0070C0"/>
                          </a:solidFill>
                          <a:effectLst/>
                        </a:rPr>
                        <a:t>5.4</a:t>
                      </a:r>
                      <a:endParaRPr lang="en-US" sz="15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451135"/>
                  </a:ext>
                </a:extLst>
              </a:tr>
              <a:tr h="2536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solidFill>
                            <a:srgbClr val="0070C0"/>
                          </a:solidFill>
                          <a:effectLst/>
                        </a:rPr>
                        <a:t>…</a:t>
                      </a:r>
                      <a:endParaRPr lang="en-US" sz="15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solidFill>
                            <a:srgbClr val="0070C0"/>
                          </a:solidFill>
                          <a:effectLst/>
                        </a:rPr>
                        <a:t> …. </a:t>
                      </a:r>
                      <a:endParaRPr lang="en-US" sz="15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solidFill>
                            <a:srgbClr val="0070C0"/>
                          </a:solidFill>
                          <a:effectLst/>
                        </a:rPr>
                        <a:t>….</a:t>
                      </a:r>
                      <a:endParaRPr lang="en-US" sz="15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343788"/>
                  </a:ext>
                </a:extLst>
              </a:tr>
              <a:tr h="4590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solidFill>
                            <a:srgbClr val="0070C0"/>
                          </a:solidFill>
                          <a:effectLst/>
                        </a:rPr>
                        <a:t>Turkey</a:t>
                      </a:r>
                      <a:endParaRPr lang="en-US" sz="15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 $                    28,384.99 </a:t>
                      </a:r>
                      <a:endParaRPr lang="en-US" sz="15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5.5</a:t>
                      </a:r>
                      <a:endParaRPr lang="en-US" sz="15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700" marR="12700" marT="12700" marB="0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8033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DEF6-6252-4055-9E8B-FEFCCC3F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Find Equation of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D91A6-65B5-4C95-8EDA-2E889DD09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find the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Equation of Straight</a:t>
            </a:r>
            <a:r>
              <a:rPr lang="en-US" dirty="0"/>
              <a:t> Line that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fits the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587D9-B421-4DD5-8105-140065C223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D3F054-1408-419D-8781-38C3141E5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590" y="2217178"/>
            <a:ext cx="5576045" cy="418203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1C8864-31DA-41E5-A795-4418913F7CB9}"/>
              </a:ext>
            </a:extLst>
          </p:cNvPr>
          <p:cNvCxnSpPr/>
          <p:nvPr/>
        </p:nvCxnSpPr>
        <p:spPr>
          <a:xfrm flipV="1">
            <a:off x="4303059" y="2868706"/>
            <a:ext cx="3442447" cy="28597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541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D0482-1F0F-4197-9D4E-29D8F256A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Problem: Which Line to Choose?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F9701-5DBD-425E-9E04-90C7B22D4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D1AC8-9CAE-43DF-BC8A-D331BCF8C5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899022-FFA7-4128-A087-05A72DAEC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212" y="1627090"/>
            <a:ext cx="6035048" cy="452628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EA1DA5-2F18-4682-B7E9-D524556D6D4B}"/>
              </a:ext>
            </a:extLst>
          </p:cNvPr>
          <p:cNvCxnSpPr/>
          <p:nvPr/>
        </p:nvCxnSpPr>
        <p:spPr>
          <a:xfrm flipV="1">
            <a:off x="4025154" y="2393577"/>
            <a:ext cx="3370729" cy="28507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141F27-A6BB-4232-845F-CF4AA0D45F9F}"/>
              </a:ext>
            </a:extLst>
          </p:cNvPr>
          <p:cNvCxnSpPr/>
          <p:nvPr/>
        </p:nvCxnSpPr>
        <p:spPr>
          <a:xfrm flipV="1">
            <a:off x="4228354" y="2596777"/>
            <a:ext cx="3370729" cy="28507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40081E-8BB8-46CF-AF4E-0C1E4EBAB343}"/>
              </a:ext>
            </a:extLst>
          </p:cNvPr>
          <p:cNvCxnSpPr/>
          <p:nvPr/>
        </p:nvCxnSpPr>
        <p:spPr>
          <a:xfrm flipV="1">
            <a:off x="4431554" y="2799977"/>
            <a:ext cx="3370729" cy="28507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154CEA-F93C-455A-BEC2-E2B610D6F262}"/>
              </a:ext>
            </a:extLst>
          </p:cNvPr>
          <p:cNvCxnSpPr/>
          <p:nvPr/>
        </p:nvCxnSpPr>
        <p:spPr>
          <a:xfrm flipV="1">
            <a:off x="3821954" y="2267988"/>
            <a:ext cx="3370729" cy="28507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444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0E6FC-0D99-4DCD-977C-924D398D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C8BA892-5A36-4ABA-AC35-B0456CC269F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+mj-lt"/>
                  <a:buAutoNum type="arabicPeriod"/>
                </a:pPr>
                <a:r>
                  <a:rPr lang="en-US" dirty="0">
                    <a:latin typeface="Cambria Math" panose="02040503050406030204" pitchFamily="18" charset="0"/>
                  </a:rPr>
                  <a:t>Take Equation of Line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X is the GDP Per Capita</a:t>
                </a:r>
              </a:p>
              <a:p>
                <a:pPr lvl="1"/>
                <a:r>
                  <a:rPr lang="en-US" dirty="0"/>
                  <a:t>y is the Life Satisfaction</a:t>
                </a:r>
              </a:p>
              <a:p>
                <a:pPr lvl="1"/>
                <a:r>
                  <a:rPr lang="en-US" dirty="0"/>
                  <a:t>m is the Slope</a:t>
                </a:r>
              </a:p>
              <a:p>
                <a:pPr lvl="1"/>
                <a:r>
                  <a:rPr lang="en-US" dirty="0"/>
                  <a:t> c is the y intercept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>
                    <a:latin typeface="Cambria Math" panose="02040503050406030204" pitchFamily="18" charset="0"/>
                  </a:rPr>
                  <a:t>Initialize m and c at random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>
                    <a:latin typeface="Cambria Math" panose="02040503050406030204" pitchFamily="18" charset="0"/>
                  </a:rPr>
                  <a:t>Compute y for a X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>
                    <a:latin typeface="Cambria Math" panose="02040503050406030204" pitchFamily="18" charset="0"/>
                  </a:rPr>
                  <a:t> Find Error/Loss (L)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>
                    <a:latin typeface="Cambria Math" panose="02040503050406030204" pitchFamily="18" charset="0"/>
                  </a:rPr>
                  <a:t>Update values of m and c such that Error is Minimized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>
                    <a:latin typeface="Cambria Math" panose="02040503050406030204" pitchFamily="18" charset="0"/>
                  </a:rPr>
                  <a:t>Repeat 3 to 6 until m and c stops updating</a:t>
                </a:r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C8BA892-5A36-4ABA-AC35-B0456CC26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E6B9B-197E-48D0-9C36-ED96CA4482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6863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97406-7F19-42C0-9E53-AB8C50D14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Classification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1145E-AF0B-4E0E-981C-1985EDD5A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a Decision Boundary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5FB74-3A2E-4F8E-A27E-7565B36B79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16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63BCEE-ECDF-4DD3-BDFE-AFEB688D2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140" y="2259106"/>
            <a:ext cx="5461307" cy="409598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EA9FB8-3EB5-4F12-869D-3ED57ABE9420}"/>
              </a:ext>
            </a:extLst>
          </p:cNvPr>
          <p:cNvCxnSpPr/>
          <p:nvPr/>
        </p:nvCxnSpPr>
        <p:spPr>
          <a:xfrm flipV="1">
            <a:off x="5226424" y="3558988"/>
            <a:ext cx="4078941" cy="200824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98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AD91-2DD0-408B-AE96-A9F3E3A1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Machine Learning in Essence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EFB8A-4574-4404-80C0-222993903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Essence of Machine Learning in Function Estimation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FCDBD-841E-4E97-885A-B5AB0DD34F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17</a:t>
            </a:fld>
            <a:endParaRPr lang="e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8546238-80CC-410C-89B8-CB17F6BC2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791" y="2958352"/>
            <a:ext cx="3445989" cy="229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CAA375-44D0-4DE8-BD01-4AD355F570DA}"/>
              </a:ext>
            </a:extLst>
          </p:cNvPr>
          <p:cNvSpPr txBox="1"/>
          <p:nvPr/>
        </p:nvSpPr>
        <p:spPr>
          <a:xfrm>
            <a:off x="914400" y="5631609"/>
            <a:ext cx="10748683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i="1" dirty="0"/>
              <a:t>Image Source: </a:t>
            </a:r>
            <a:r>
              <a:rPr lang="en-US" sz="1467" i="1" dirty="0">
                <a:hlinkClick r:id="rId3"/>
              </a:rPr>
              <a:t>https://medium.com/theboredhuman/the-essence-of-machine-learning-is-function-estimation-c3a773c841ce</a:t>
            </a:r>
            <a:r>
              <a:rPr lang="en-US" sz="1467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057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439</Words>
  <Application>Microsoft Office PowerPoint</Application>
  <PresentationFormat>Widescreen</PresentationFormat>
  <Paragraphs>104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TwitterChirp</vt:lpstr>
      <vt:lpstr>Office Theme</vt:lpstr>
      <vt:lpstr>Machine Learning</vt:lpstr>
      <vt:lpstr>Artificial Intelligence (AI)</vt:lpstr>
      <vt:lpstr>Types of AI</vt:lpstr>
      <vt:lpstr>Branches of AI</vt:lpstr>
      <vt:lpstr>AI, ML and DL</vt:lpstr>
      <vt:lpstr>Traditional Computing Vs Machine Learning</vt:lpstr>
      <vt:lpstr>Classification of ML Algorithms</vt:lpstr>
      <vt:lpstr>Regression Vs Classification</vt:lpstr>
      <vt:lpstr>Clustering</vt:lpstr>
      <vt:lpstr>Reinforcement Learning</vt:lpstr>
      <vt:lpstr>Machine Learning Workflow</vt:lpstr>
      <vt:lpstr>Meaning of Training a Model</vt:lpstr>
      <vt:lpstr>Find Equation of Line</vt:lpstr>
      <vt:lpstr>Problem: Which Line to Choose?</vt:lpstr>
      <vt:lpstr>Solution</vt:lpstr>
      <vt:lpstr>Classification</vt:lpstr>
      <vt:lpstr>Machine Learning in Essence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dipesh poudel</dc:creator>
  <cp:lastModifiedBy>dipesh poudel</cp:lastModifiedBy>
  <cp:revision>1</cp:revision>
  <dcterms:created xsi:type="dcterms:W3CDTF">2026-06-30T00:36:08Z</dcterms:created>
  <dcterms:modified xsi:type="dcterms:W3CDTF">2026-06-30T00:37:21Z</dcterms:modified>
</cp:coreProperties>
</file>